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1FF"/>
    <a:srgbClr val="8BAFFF"/>
    <a:srgbClr val="3775FF"/>
    <a:srgbClr val="FF93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8A4985-9613-480A-955B-C64A46A053E0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DA92761-3930-4D74-9D2E-369851B0434A}">
      <dgm:prSet phldrT="[Text]" phldr="0"/>
      <dgm:spPr>
        <a:solidFill>
          <a:srgbClr val="3775FF"/>
        </a:solidFill>
      </dgm:spPr>
      <dgm:t>
        <a:bodyPr lIns="822960"/>
        <a:lstStyle/>
        <a:p>
          <a:r>
            <a:rPr lang="en-US" dirty="0" err="1">
              <a:solidFill>
                <a:srgbClr val="BDD1FF"/>
              </a:solidFill>
            </a:rPr>
            <a:t>Configurare</a:t>
          </a:r>
          <a:r>
            <a:rPr lang="en-US" dirty="0">
              <a:solidFill>
                <a:srgbClr val="BDD1FF"/>
              </a:solidFill>
            </a:rPr>
            <a:t> browser (Headless)</a:t>
          </a:r>
          <a:endParaRPr lang="en-GB" dirty="0">
            <a:solidFill>
              <a:srgbClr val="BDD1FF"/>
            </a:solidFill>
          </a:endParaRPr>
        </a:p>
      </dgm:t>
    </dgm:pt>
    <dgm:pt modelId="{542C69A8-9236-4D8F-B2DA-B5F4814677AF}" type="parTrans" cxnId="{F7E8588A-69F4-46F3-B51C-970ADFAF592B}">
      <dgm:prSet/>
      <dgm:spPr/>
      <dgm:t>
        <a:bodyPr/>
        <a:lstStyle/>
        <a:p>
          <a:endParaRPr lang="en-GB"/>
        </a:p>
      </dgm:t>
    </dgm:pt>
    <dgm:pt modelId="{93E02751-2F32-4B6B-B4BC-F3E7572E9F0A}" type="sibTrans" cxnId="{F7E8588A-69F4-46F3-B51C-970ADFAF592B}">
      <dgm:prSet/>
      <dgm:spPr>
        <a:solidFill>
          <a:srgbClr val="BDD1FF"/>
        </a:solidFill>
      </dgm:spPr>
      <dgm:t>
        <a:bodyPr/>
        <a:lstStyle/>
        <a:p>
          <a:endParaRPr lang="en-GB">
            <a:solidFill>
              <a:srgbClr val="BDD1FF"/>
            </a:solidFill>
          </a:endParaRPr>
        </a:p>
      </dgm:t>
    </dgm:pt>
    <dgm:pt modelId="{DAA82639-626F-49DD-A000-773508EA9DD3}">
      <dgm:prSet phldrT="[Text]" phldr="0"/>
      <dgm:spPr>
        <a:solidFill>
          <a:srgbClr val="3775FF"/>
        </a:solidFill>
      </dgm:spPr>
      <dgm:t>
        <a:bodyPr lIns="914400"/>
        <a:lstStyle/>
        <a:p>
          <a:r>
            <a:rPr lang="en-US" dirty="0">
              <a:solidFill>
                <a:srgbClr val="BDD1FF"/>
              </a:solidFill>
            </a:rPr>
            <a:t>Lista </a:t>
          </a:r>
          <a:r>
            <a:rPr lang="en-US" dirty="0" err="1">
              <a:solidFill>
                <a:srgbClr val="BDD1FF"/>
              </a:solidFill>
            </a:rPr>
            <a:t>monede</a:t>
          </a:r>
          <a:r>
            <a:rPr lang="en-US" dirty="0">
              <a:solidFill>
                <a:srgbClr val="BDD1FF"/>
              </a:solidFill>
            </a:rPr>
            <a:t> [BTC, ETH,…]</a:t>
          </a:r>
          <a:endParaRPr lang="en-GB" dirty="0">
            <a:solidFill>
              <a:srgbClr val="BDD1FF"/>
            </a:solidFill>
          </a:endParaRPr>
        </a:p>
      </dgm:t>
    </dgm:pt>
    <dgm:pt modelId="{8B01D4B2-5986-4ABE-93F4-14539DC14674}" type="parTrans" cxnId="{C4648049-8198-491E-928D-F8F3E0992A25}">
      <dgm:prSet/>
      <dgm:spPr/>
      <dgm:t>
        <a:bodyPr/>
        <a:lstStyle/>
        <a:p>
          <a:endParaRPr lang="en-GB"/>
        </a:p>
      </dgm:t>
    </dgm:pt>
    <dgm:pt modelId="{706EE840-7B2E-4812-AEF2-6F5EAA6B5818}" type="sibTrans" cxnId="{C4648049-8198-491E-928D-F8F3E0992A25}">
      <dgm:prSet/>
      <dgm:spPr>
        <a:solidFill>
          <a:srgbClr val="BDD1FF"/>
        </a:solidFill>
      </dgm:spPr>
      <dgm:t>
        <a:bodyPr/>
        <a:lstStyle/>
        <a:p>
          <a:endParaRPr lang="en-GB"/>
        </a:p>
      </dgm:t>
    </dgm:pt>
    <dgm:pt modelId="{1AEB67DD-0C32-4081-86EC-004FB4DC9CF6}">
      <dgm:prSet phldrT="[Text]" phldr="0"/>
      <dgm:spPr>
        <a:solidFill>
          <a:srgbClr val="3775FF"/>
        </a:solidFill>
      </dgm:spPr>
      <dgm:t>
        <a:bodyPr lIns="822960" tIns="73152" bIns="91440"/>
        <a:lstStyle/>
        <a:p>
          <a:endParaRPr lang="en-GB" dirty="0">
            <a:solidFill>
              <a:srgbClr val="BDD1FF"/>
            </a:solidFill>
          </a:endParaRPr>
        </a:p>
      </dgm:t>
    </dgm:pt>
    <dgm:pt modelId="{676908AC-7CB6-4536-A84C-21C586607EFC}" type="parTrans" cxnId="{80393A68-9B0B-46E5-80C0-01534AC2E1DC}">
      <dgm:prSet/>
      <dgm:spPr/>
      <dgm:t>
        <a:bodyPr/>
        <a:lstStyle/>
        <a:p>
          <a:endParaRPr lang="en-GB"/>
        </a:p>
      </dgm:t>
    </dgm:pt>
    <dgm:pt modelId="{0342DCD6-16A4-447E-AF07-64C12D935D58}" type="sibTrans" cxnId="{80393A68-9B0B-46E5-80C0-01534AC2E1DC}">
      <dgm:prSet/>
      <dgm:spPr/>
      <dgm:t>
        <a:bodyPr/>
        <a:lstStyle/>
        <a:p>
          <a:endParaRPr lang="en-GB"/>
        </a:p>
      </dgm:t>
    </dgm:pt>
    <dgm:pt modelId="{C0A72007-FF6A-4EA1-B068-4635375337B7}">
      <dgm:prSet phldrT="[Text]" phldr="0"/>
      <dgm:spPr>
        <a:solidFill>
          <a:srgbClr val="3775FF"/>
        </a:solidFill>
      </dgm:spPr>
      <dgm:t>
        <a:bodyPr lIns="822960"/>
        <a:lstStyle/>
        <a:p>
          <a:r>
            <a:rPr lang="en-US" dirty="0">
              <a:solidFill>
                <a:srgbClr val="BDD1FF"/>
              </a:solidFill>
            </a:rPr>
            <a:t>Element </a:t>
          </a:r>
          <a:r>
            <a:rPr lang="en-US" dirty="0" err="1">
              <a:solidFill>
                <a:srgbClr val="BDD1FF"/>
              </a:solidFill>
            </a:rPr>
            <a:t>gasit</a:t>
          </a:r>
          <a:r>
            <a:rPr lang="en-US" dirty="0">
              <a:solidFill>
                <a:srgbClr val="BDD1FF"/>
              </a:solidFill>
            </a:rPr>
            <a:t>? </a:t>
          </a:r>
          <a:endParaRPr lang="en-GB" dirty="0"/>
        </a:p>
      </dgm:t>
    </dgm:pt>
    <dgm:pt modelId="{BF27F9DE-F529-4F52-B45B-671E30265DE9}" type="parTrans" cxnId="{6229EEFB-4ABB-4552-BDC1-8E37CEC560B9}">
      <dgm:prSet/>
      <dgm:spPr/>
      <dgm:t>
        <a:bodyPr/>
        <a:lstStyle/>
        <a:p>
          <a:endParaRPr lang="en-GB"/>
        </a:p>
      </dgm:t>
    </dgm:pt>
    <dgm:pt modelId="{36A5247F-69D6-4CEC-9D6B-20F612C3B920}" type="sibTrans" cxnId="{6229EEFB-4ABB-4552-BDC1-8E37CEC560B9}">
      <dgm:prSet/>
      <dgm:spPr>
        <a:solidFill>
          <a:srgbClr val="BDD1FF"/>
        </a:solidFill>
      </dgm:spPr>
      <dgm:t>
        <a:bodyPr/>
        <a:lstStyle/>
        <a:p>
          <a:endParaRPr lang="en-GB"/>
        </a:p>
      </dgm:t>
    </dgm:pt>
    <dgm:pt modelId="{200AF704-340B-4F42-9089-92F33CF48B82}">
      <dgm:prSet phldrT="[Text]" phldr="0"/>
      <dgm:spPr>
        <a:solidFill>
          <a:srgbClr val="3775FF"/>
        </a:solidFill>
      </dgm:spPr>
      <dgm:t>
        <a:bodyPr lIns="822960"/>
        <a:lstStyle/>
        <a:p>
          <a:r>
            <a:rPr lang="en-US" dirty="0" err="1">
              <a:solidFill>
                <a:srgbClr val="BDD1FF"/>
              </a:solidFill>
            </a:rPr>
            <a:t>Afisare</a:t>
          </a:r>
          <a:r>
            <a:rPr lang="en-US" dirty="0">
              <a:solidFill>
                <a:srgbClr val="BDD1FF"/>
              </a:solidFill>
            </a:rPr>
            <a:t> &amp; </a:t>
          </a:r>
          <a:r>
            <a:rPr lang="en-US" dirty="0" err="1">
              <a:solidFill>
                <a:srgbClr val="BDD1FF"/>
              </a:solidFill>
            </a:rPr>
            <a:t>salvare</a:t>
          </a:r>
          <a:r>
            <a:rPr lang="en-US" dirty="0">
              <a:solidFill>
                <a:srgbClr val="BDD1FF"/>
              </a:solidFill>
            </a:rPr>
            <a:t> MongoDB</a:t>
          </a:r>
          <a:endParaRPr lang="en-GB" dirty="0">
            <a:solidFill>
              <a:srgbClr val="BDD1FF"/>
            </a:solidFill>
          </a:endParaRPr>
        </a:p>
      </dgm:t>
    </dgm:pt>
    <dgm:pt modelId="{D8EE0DCC-1EEE-44F2-9AC8-FAFAE081AF22}" type="parTrans" cxnId="{2FE067D2-D42C-408F-87D2-C6C8D298566C}">
      <dgm:prSet/>
      <dgm:spPr/>
      <dgm:t>
        <a:bodyPr/>
        <a:lstStyle/>
        <a:p>
          <a:endParaRPr lang="en-GB"/>
        </a:p>
      </dgm:t>
    </dgm:pt>
    <dgm:pt modelId="{1A98B9FE-C9F6-47D5-9C99-BA9F9B32FEB8}" type="sibTrans" cxnId="{2FE067D2-D42C-408F-87D2-C6C8D298566C}">
      <dgm:prSet/>
      <dgm:spPr/>
      <dgm:t>
        <a:bodyPr/>
        <a:lstStyle/>
        <a:p>
          <a:endParaRPr lang="en-GB"/>
        </a:p>
      </dgm:t>
    </dgm:pt>
    <dgm:pt modelId="{B1FF0011-6086-4A1E-A280-BF431CEC35E3}">
      <dgm:prSet/>
      <dgm:spPr/>
      <dgm:t>
        <a:bodyPr tIns="73152" bIns="91440"/>
        <a:lstStyle/>
        <a:p>
          <a:r>
            <a:rPr lang="en-US" dirty="0" err="1">
              <a:solidFill>
                <a:srgbClr val="BDD1FF"/>
              </a:solidFill>
            </a:rPr>
            <a:t>Extragere</a:t>
          </a:r>
          <a:r>
            <a:rPr lang="en-US" dirty="0">
              <a:solidFill>
                <a:srgbClr val="BDD1FF"/>
              </a:solidFill>
            </a:rPr>
            <a:t> </a:t>
          </a:r>
          <a:r>
            <a:rPr lang="en-US" dirty="0" err="1">
              <a:solidFill>
                <a:srgbClr val="BDD1FF"/>
              </a:solidFill>
            </a:rPr>
            <a:t>nume</a:t>
          </a:r>
          <a:endParaRPr lang="en-GB" dirty="0">
            <a:solidFill>
              <a:srgbClr val="BDD1FF"/>
            </a:solidFill>
          </a:endParaRPr>
        </a:p>
      </dgm:t>
    </dgm:pt>
    <dgm:pt modelId="{4F0E9E77-ED03-4D3F-8B3F-295B5E9932CD}" type="parTrans" cxnId="{880BBB64-3994-43E5-8233-631D49534973}">
      <dgm:prSet/>
      <dgm:spPr/>
      <dgm:t>
        <a:bodyPr/>
        <a:lstStyle/>
        <a:p>
          <a:endParaRPr lang="en-GB"/>
        </a:p>
      </dgm:t>
    </dgm:pt>
    <dgm:pt modelId="{8F001063-C5F7-4996-B6EE-F68BA4076A76}" type="sibTrans" cxnId="{880BBB64-3994-43E5-8233-631D49534973}">
      <dgm:prSet/>
      <dgm:spPr/>
      <dgm:t>
        <a:bodyPr/>
        <a:lstStyle/>
        <a:p>
          <a:endParaRPr lang="en-GB"/>
        </a:p>
      </dgm:t>
    </dgm:pt>
    <dgm:pt modelId="{4B8A6950-BA41-4F4D-8CC2-CA586C0A22CB}">
      <dgm:prSet/>
      <dgm:spPr/>
      <dgm:t>
        <a:bodyPr tIns="73152" bIns="91440"/>
        <a:lstStyle/>
        <a:p>
          <a:r>
            <a:rPr lang="en-US" dirty="0" err="1">
              <a:solidFill>
                <a:srgbClr val="BDD1FF"/>
              </a:solidFill>
            </a:rPr>
            <a:t>Extragere</a:t>
          </a:r>
          <a:r>
            <a:rPr lang="en-US" dirty="0">
              <a:solidFill>
                <a:srgbClr val="BDD1FF"/>
              </a:solidFill>
            </a:rPr>
            <a:t> </a:t>
          </a:r>
          <a:r>
            <a:rPr lang="en-US" dirty="0" err="1">
              <a:solidFill>
                <a:srgbClr val="BDD1FF"/>
              </a:solidFill>
            </a:rPr>
            <a:t>pret</a:t>
          </a:r>
          <a:endParaRPr lang="en-GB" dirty="0">
            <a:solidFill>
              <a:srgbClr val="BDD1FF"/>
            </a:solidFill>
          </a:endParaRPr>
        </a:p>
      </dgm:t>
    </dgm:pt>
    <dgm:pt modelId="{92A46C97-7F7C-4758-BB9C-9C34FBFC8627}" type="parTrans" cxnId="{AB8C3D05-8475-4DF6-9C14-F7BC8EE56AA1}">
      <dgm:prSet/>
      <dgm:spPr/>
      <dgm:t>
        <a:bodyPr/>
        <a:lstStyle/>
        <a:p>
          <a:endParaRPr lang="en-GB"/>
        </a:p>
      </dgm:t>
    </dgm:pt>
    <dgm:pt modelId="{24A8180E-E5AB-4DEE-A624-0B87061F4585}" type="sibTrans" cxnId="{AB8C3D05-8475-4DF6-9C14-F7BC8EE56AA1}">
      <dgm:prSet/>
      <dgm:spPr/>
      <dgm:t>
        <a:bodyPr/>
        <a:lstStyle/>
        <a:p>
          <a:endParaRPr lang="en-GB"/>
        </a:p>
      </dgm:t>
    </dgm:pt>
    <dgm:pt modelId="{B5611D88-59F5-4E7A-8874-994FBE74D13B}">
      <dgm:prSet/>
      <dgm:spPr/>
      <dgm:t>
        <a:bodyPr tIns="73152" bIns="91440"/>
        <a:lstStyle/>
        <a:p>
          <a:r>
            <a:rPr lang="en-US" dirty="0" err="1">
              <a:solidFill>
                <a:srgbClr val="BDD1FF"/>
              </a:solidFill>
            </a:rPr>
            <a:t>Extragere</a:t>
          </a:r>
          <a:r>
            <a:rPr lang="en-US" dirty="0">
              <a:solidFill>
                <a:srgbClr val="BDD1FF"/>
              </a:solidFill>
            </a:rPr>
            <a:t> </a:t>
          </a:r>
          <a:r>
            <a:rPr lang="en-US" dirty="0" err="1">
              <a:solidFill>
                <a:srgbClr val="BDD1FF"/>
              </a:solidFill>
            </a:rPr>
            <a:t>procent</a:t>
          </a:r>
          <a:r>
            <a:rPr lang="en-US" dirty="0">
              <a:solidFill>
                <a:srgbClr val="BDD1FF"/>
              </a:solidFill>
            </a:rPr>
            <a:t> (+/-)</a:t>
          </a:r>
          <a:endParaRPr lang="en-GB" dirty="0">
            <a:solidFill>
              <a:srgbClr val="BDD1FF"/>
            </a:solidFill>
          </a:endParaRPr>
        </a:p>
      </dgm:t>
    </dgm:pt>
    <dgm:pt modelId="{2177B4F8-D41C-496C-B77A-24080FC8FD8F}" type="parTrans" cxnId="{F0693BFF-A949-43DE-9949-44A2CDF9C95D}">
      <dgm:prSet/>
      <dgm:spPr/>
      <dgm:t>
        <a:bodyPr/>
        <a:lstStyle/>
        <a:p>
          <a:endParaRPr lang="en-GB"/>
        </a:p>
      </dgm:t>
    </dgm:pt>
    <dgm:pt modelId="{D0623878-E39A-4396-B1D2-3E094D162097}" type="sibTrans" cxnId="{F0693BFF-A949-43DE-9949-44A2CDF9C95D}">
      <dgm:prSet/>
      <dgm:spPr/>
      <dgm:t>
        <a:bodyPr/>
        <a:lstStyle/>
        <a:p>
          <a:endParaRPr lang="en-GB"/>
        </a:p>
      </dgm:t>
    </dgm:pt>
    <dgm:pt modelId="{582AEA6D-7402-4BB6-8DB0-F72761E36307}" type="pres">
      <dgm:prSet presAssocID="{1C8A4985-9613-480A-955B-C64A46A053E0}" presName="diagram" presStyleCnt="0">
        <dgm:presLayoutVars>
          <dgm:dir/>
          <dgm:resizeHandles val="exact"/>
        </dgm:presLayoutVars>
      </dgm:prSet>
      <dgm:spPr/>
    </dgm:pt>
    <dgm:pt modelId="{25E1E7A8-F765-46EE-A155-33A69D980996}" type="pres">
      <dgm:prSet presAssocID="{8DA92761-3930-4D74-9D2E-369851B0434A}" presName="node" presStyleLbl="node1" presStyleIdx="0" presStyleCnt="5" custScaleY="110022" custLinFactNeighborX="-353" custLinFactNeighborY="-7078">
        <dgm:presLayoutVars>
          <dgm:bulletEnabled val="1"/>
        </dgm:presLayoutVars>
      </dgm:prSet>
      <dgm:spPr/>
    </dgm:pt>
    <dgm:pt modelId="{4AADD8BC-D02F-4765-96DF-D504DC6E5565}" type="pres">
      <dgm:prSet presAssocID="{93E02751-2F32-4B6B-B4BC-F3E7572E9F0A}" presName="sibTrans" presStyleLbl="sibTrans2D1" presStyleIdx="0" presStyleCnt="4"/>
      <dgm:spPr/>
    </dgm:pt>
    <dgm:pt modelId="{47B01C51-6D5D-4BD7-B559-34022BED5AA3}" type="pres">
      <dgm:prSet presAssocID="{93E02751-2F32-4B6B-B4BC-F3E7572E9F0A}" presName="connectorText" presStyleLbl="sibTrans2D1" presStyleIdx="0" presStyleCnt="4"/>
      <dgm:spPr/>
    </dgm:pt>
    <dgm:pt modelId="{247B4CEF-6526-4FD9-9C5E-DA3F6AAC5BF6}" type="pres">
      <dgm:prSet presAssocID="{DAA82639-626F-49DD-A000-773508EA9DD3}" presName="node" presStyleLbl="node1" presStyleIdx="1" presStyleCnt="5" custScaleY="115157" custLinFactNeighborX="-22" custLinFactNeighborY="-2647">
        <dgm:presLayoutVars>
          <dgm:bulletEnabled val="1"/>
        </dgm:presLayoutVars>
      </dgm:prSet>
      <dgm:spPr/>
    </dgm:pt>
    <dgm:pt modelId="{82280EF2-E4A6-47EF-AFF6-71D11F73A7B0}" type="pres">
      <dgm:prSet presAssocID="{706EE840-7B2E-4812-AEF2-6F5EAA6B5818}" presName="sibTrans" presStyleLbl="sibTrans2D1" presStyleIdx="1" presStyleCnt="4"/>
      <dgm:spPr/>
    </dgm:pt>
    <dgm:pt modelId="{B2CE1F72-684C-4401-8073-F465BB8F3C55}" type="pres">
      <dgm:prSet presAssocID="{706EE840-7B2E-4812-AEF2-6F5EAA6B5818}" presName="connectorText" presStyleLbl="sibTrans2D1" presStyleIdx="1" presStyleCnt="4"/>
      <dgm:spPr/>
    </dgm:pt>
    <dgm:pt modelId="{02A0540F-DDAD-40DF-817C-E25229B6C14E}" type="pres">
      <dgm:prSet presAssocID="{1AEB67DD-0C32-4081-86EC-004FB4DC9CF6}" presName="node" presStyleLbl="node1" presStyleIdx="2" presStyleCnt="5" custScaleY="134406">
        <dgm:presLayoutVars>
          <dgm:bulletEnabled val="1"/>
        </dgm:presLayoutVars>
      </dgm:prSet>
      <dgm:spPr/>
    </dgm:pt>
    <dgm:pt modelId="{1FD69C7D-9333-432E-A701-BE117C501236}" type="pres">
      <dgm:prSet presAssocID="{0342DCD6-16A4-447E-AF07-64C12D935D58}" presName="sibTrans" presStyleLbl="sibTrans2D1" presStyleIdx="2" presStyleCnt="4"/>
      <dgm:spPr/>
    </dgm:pt>
    <dgm:pt modelId="{B1F263A7-7711-4F66-9194-08F47E997355}" type="pres">
      <dgm:prSet presAssocID="{0342DCD6-16A4-447E-AF07-64C12D935D58}" presName="connectorText" presStyleLbl="sibTrans2D1" presStyleIdx="2" presStyleCnt="4"/>
      <dgm:spPr/>
    </dgm:pt>
    <dgm:pt modelId="{FE41C27A-BBB8-4AB2-ABE6-E4350AA4130A}" type="pres">
      <dgm:prSet presAssocID="{C0A72007-FF6A-4EA1-B068-4635375337B7}" presName="node" presStyleLbl="node1" presStyleIdx="3" presStyleCnt="5" custLinFactNeighborX="754" custLinFactNeighborY="-1424">
        <dgm:presLayoutVars>
          <dgm:bulletEnabled val="1"/>
        </dgm:presLayoutVars>
      </dgm:prSet>
      <dgm:spPr/>
    </dgm:pt>
    <dgm:pt modelId="{18EF7FB9-A181-4668-9C25-ECA926D698F6}" type="pres">
      <dgm:prSet presAssocID="{36A5247F-69D6-4CEC-9D6B-20F612C3B920}" presName="sibTrans" presStyleLbl="sibTrans2D1" presStyleIdx="3" presStyleCnt="4"/>
      <dgm:spPr/>
    </dgm:pt>
    <dgm:pt modelId="{AF8B12AB-4E48-4152-AB4A-4E645F285462}" type="pres">
      <dgm:prSet presAssocID="{36A5247F-69D6-4CEC-9D6B-20F612C3B920}" presName="connectorText" presStyleLbl="sibTrans2D1" presStyleIdx="3" presStyleCnt="4"/>
      <dgm:spPr/>
    </dgm:pt>
    <dgm:pt modelId="{ABF68451-0A15-49F9-9D4B-7E5E1A32140C}" type="pres">
      <dgm:prSet presAssocID="{200AF704-340B-4F42-9089-92F33CF48B82}" presName="node" presStyleLbl="node1" presStyleIdx="4" presStyleCnt="5" custLinFactNeighborX="-24" custLinFactNeighborY="-1404">
        <dgm:presLayoutVars>
          <dgm:bulletEnabled val="1"/>
        </dgm:presLayoutVars>
      </dgm:prSet>
      <dgm:spPr/>
    </dgm:pt>
  </dgm:ptLst>
  <dgm:cxnLst>
    <dgm:cxn modelId="{AB8C3D05-8475-4DF6-9C14-F7BC8EE56AA1}" srcId="{1AEB67DD-0C32-4081-86EC-004FB4DC9CF6}" destId="{4B8A6950-BA41-4F4D-8CC2-CA586C0A22CB}" srcOrd="1" destOrd="0" parTransId="{92A46C97-7F7C-4758-BB9C-9C34FBFC8627}" sibTransId="{24A8180E-E5AB-4DEE-A624-0B87061F4585}"/>
    <dgm:cxn modelId="{74F72513-834E-496B-A738-0E338B6B62B1}" type="presOf" srcId="{DAA82639-626F-49DD-A000-773508EA9DD3}" destId="{247B4CEF-6526-4FD9-9C5E-DA3F6AAC5BF6}" srcOrd="0" destOrd="0" presId="urn:microsoft.com/office/officeart/2005/8/layout/process5"/>
    <dgm:cxn modelId="{FA08AD2B-3FBF-4492-8E76-7D594229C2A3}" type="presOf" srcId="{1C8A4985-9613-480A-955B-C64A46A053E0}" destId="{582AEA6D-7402-4BB6-8DB0-F72761E36307}" srcOrd="0" destOrd="0" presId="urn:microsoft.com/office/officeart/2005/8/layout/process5"/>
    <dgm:cxn modelId="{F5A48632-064E-4AFA-8DA5-8AD7068D31E6}" type="presOf" srcId="{C0A72007-FF6A-4EA1-B068-4635375337B7}" destId="{FE41C27A-BBB8-4AB2-ABE6-E4350AA4130A}" srcOrd="0" destOrd="0" presId="urn:microsoft.com/office/officeart/2005/8/layout/process5"/>
    <dgm:cxn modelId="{AA67ED34-91EA-49B7-9576-3C362FBD0F78}" type="presOf" srcId="{4B8A6950-BA41-4F4D-8CC2-CA586C0A22CB}" destId="{02A0540F-DDAD-40DF-817C-E25229B6C14E}" srcOrd="0" destOrd="2" presId="urn:microsoft.com/office/officeart/2005/8/layout/process5"/>
    <dgm:cxn modelId="{880BBB64-3994-43E5-8233-631D49534973}" srcId="{1AEB67DD-0C32-4081-86EC-004FB4DC9CF6}" destId="{B1FF0011-6086-4A1E-A280-BF431CEC35E3}" srcOrd="0" destOrd="0" parTransId="{4F0E9E77-ED03-4D3F-8B3F-295B5E9932CD}" sibTransId="{8F001063-C5F7-4996-B6EE-F68BA4076A76}"/>
    <dgm:cxn modelId="{80393A68-9B0B-46E5-80C0-01534AC2E1DC}" srcId="{1C8A4985-9613-480A-955B-C64A46A053E0}" destId="{1AEB67DD-0C32-4081-86EC-004FB4DC9CF6}" srcOrd="2" destOrd="0" parTransId="{676908AC-7CB6-4536-A84C-21C586607EFC}" sibTransId="{0342DCD6-16A4-447E-AF07-64C12D935D58}"/>
    <dgm:cxn modelId="{C4648049-8198-491E-928D-F8F3E0992A25}" srcId="{1C8A4985-9613-480A-955B-C64A46A053E0}" destId="{DAA82639-626F-49DD-A000-773508EA9DD3}" srcOrd="1" destOrd="0" parTransId="{8B01D4B2-5986-4ABE-93F4-14539DC14674}" sibTransId="{706EE840-7B2E-4812-AEF2-6F5EAA6B5818}"/>
    <dgm:cxn modelId="{A074A46A-8700-499D-A9B7-029230BA5B81}" type="presOf" srcId="{36A5247F-69D6-4CEC-9D6B-20F612C3B920}" destId="{AF8B12AB-4E48-4152-AB4A-4E645F285462}" srcOrd="1" destOrd="0" presId="urn:microsoft.com/office/officeart/2005/8/layout/process5"/>
    <dgm:cxn modelId="{66526D7B-B4BC-4342-B38F-82E9CE9572A5}" type="presOf" srcId="{93E02751-2F32-4B6B-B4BC-F3E7572E9F0A}" destId="{4AADD8BC-D02F-4765-96DF-D504DC6E5565}" srcOrd="0" destOrd="0" presId="urn:microsoft.com/office/officeart/2005/8/layout/process5"/>
    <dgm:cxn modelId="{F7E8588A-69F4-46F3-B51C-970ADFAF592B}" srcId="{1C8A4985-9613-480A-955B-C64A46A053E0}" destId="{8DA92761-3930-4D74-9D2E-369851B0434A}" srcOrd="0" destOrd="0" parTransId="{542C69A8-9236-4D8F-B2DA-B5F4814677AF}" sibTransId="{93E02751-2F32-4B6B-B4BC-F3E7572E9F0A}"/>
    <dgm:cxn modelId="{F422049E-A5D9-45AB-A9FF-0456465377F2}" type="presOf" srcId="{0342DCD6-16A4-447E-AF07-64C12D935D58}" destId="{B1F263A7-7711-4F66-9194-08F47E997355}" srcOrd="1" destOrd="0" presId="urn:microsoft.com/office/officeart/2005/8/layout/process5"/>
    <dgm:cxn modelId="{343437AC-64C4-424B-9204-9398BFBE2E53}" type="presOf" srcId="{1AEB67DD-0C32-4081-86EC-004FB4DC9CF6}" destId="{02A0540F-DDAD-40DF-817C-E25229B6C14E}" srcOrd="0" destOrd="0" presId="urn:microsoft.com/office/officeart/2005/8/layout/process5"/>
    <dgm:cxn modelId="{D9B58EAF-A5C2-4087-AD96-683A7D2BECD7}" type="presOf" srcId="{B5611D88-59F5-4E7A-8874-994FBE74D13B}" destId="{02A0540F-DDAD-40DF-817C-E25229B6C14E}" srcOrd="0" destOrd="3" presId="urn:microsoft.com/office/officeart/2005/8/layout/process5"/>
    <dgm:cxn modelId="{ED2AF5B3-43B0-4837-97FE-3AC5ED157915}" type="presOf" srcId="{200AF704-340B-4F42-9089-92F33CF48B82}" destId="{ABF68451-0A15-49F9-9D4B-7E5E1A32140C}" srcOrd="0" destOrd="0" presId="urn:microsoft.com/office/officeart/2005/8/layout/process5"/>
    <dgm:cxn modelId="{4B8069B4-6735-4C8C-8FE1-C5C3BDC3E127}" type="presOf" srcId="{706EE840-7B2E-4812-AEF2-6F5EAA6B5818}" destId="{82280EF2-E4A6-47EF-AFF6-71D11F73A7B0}" srcOrd="0" destOrd="0" presId="urn:microsoft.com/office/officeart/2005/8/layout/process5"/>
    <dgm:cxn modelId="{D88BA8B4-5E21-40B3-AFEE-50BE3D82208F}" type="presOf" srcId="{8DA92761-3930-4D74-9D2E-369851B0434A}" destId="{25E1E7A8-F765-46EE-A155-33A69D980996}" srcOrd="0" destOrd="0" presId="urn:microsoft.com/office/officeart/2005/8/layout/process5"/>
    <dgm:cxn modelId="{C92E0DBB-599D-41DE-ADBA-8599672245E7}" type="presOf" srcId="{706EE840-7B2E-4812-AEF2-6F5EAA6B5818}" destId="{B2CE1F72-684C-4401-8073-F465BB8F3C55}" srcOrd="1" destOrd="0" presId="urn:microsoft.com/office/officeart/2005/8/layout/process5"/>
    <dgm:cxn modelId="{8F23D2CD-8284-44F6-85E9-F6F779E1695F}" type="presOf" srcId="{B1FF0011-6086-4A1E-A280-BF431CEC35E3}" destId="{02A0540F-DDAD-40DF-817C-E25229B6C14E}" srcOrd="0" destOrd="1" presId="urn:microsoft.com/office/officeart/2005/8/layout/process5"/>
    <dgm:cxn modelId="{4E6630CE-20C7-4527-B346-2E8DE7EFF464}" type="presOf" srcId="{93E02751-2F32-4B6B-B4BC-F3E7572E9F0A}" destId="{47B01C51-6D5D-4BD7-B559-34022BED5AA3}" srcOrd="1" destOrd="0" presId="urn:microsoft.com/office/officeart/2005/8/layout/process5"/>
    <dgm:cxn modelId="{2FE067D2-D42C-408F-87D2-C6C8D298566C}" srcId="{1C8A4985-9613-480A-955B-C64A46A053E0}" destId="{200AF704-340B-4F42-9089-92F33CF48B82}" srcOrd="4" destOrd="0" parTransId="{D8EE0DCC-1EEE-44F2-9AC8-FAFAE081AF22}" sibTransId="{1A98B9FE-C9F6-47D5-9C99-BA9F9B32FEB8}"/>
    <dgm:cxn modelId="{A6AB58E8-76FE-48F8-B518-6D6A4AB32E5B}" type="presOf" srcId="{36A5247F-69D6-4CEC-9D6B-20F612C3B920}" destId="{18EF7FB9-A181-4668-9C25-ECA926D698F6}" srcOrd="0" destOrd="0" presId="urn:microsoft.com/office/officeart/2005/8/layout/process5"/>
    <dgm:cxn modelId="{8546F3F2-5E6D-4E4D-BFC1-B3CB55703CC2}" type="presOf" srcId="{0342DCD6-16A4-447E-AF07-64C12D935D58}" destId="{1FD69C7D-9333-432E-A701-BE117C501236}" srcOrd="0" destOrd="0" presId="urn:microsoft.com/office/officeart/2005/8/layout/process5"/>
    <dgm:cxn modelId="{6229EEFB-4ABB-4552-BDC1-8E37CEC560B9}" srcId="{1C8A4985-9613-480A-955B-C64A46A053E0}" destId="{C0A72007-FF6A-4EA1-B068-4635375337B7}" srcOrd="3" destOrd="0" parTransId="{BF27F9DE-F529-4F52-B45B-671E30265DE9}" sibTransId="{36A5247F-69D6-4CEC-9D6B-20F612C3B920}"/>
    <dgm:cxn modelId="{F0693BFF-A949-43DE-9949-44A2CDF9C95D}" srcId="{1AEB67DD-0C32-4081-86EC-004FB4DC9CF6}" destId="{B5611D88-59F5-4E7A-8874-994FBE74D13B}" srcOrd="2" destOrd="0" parTransId="{2177B4F8-D41C-496C-B77A-24080FC8FD8F}" sibTransId="{D0623878-E39A-4396-B1D2-3E094D162097}"/>
    <dgm:cxn modelId="{6F031027-9C3E-4746-99F8-08CC77C8CF43}" type="presParOf" srcId="{582AEA6D-7402-4BB6-8DB0-F72761E36307}" destId="{25E1E7A8-F765-46EE-A155-33A69D980996}" srcOrd="0" destOrd="0" presId="urn:microsoft.com/office/officeart/2005/8/layout/process5"/>
    <dgm:cxn modelId="{98F60160-CEB3-4DAA-8D3A-BEFC4DACD787}" type="presParOf" srcId="{582AEA6D-7402-4BB6-8DB0-F72761E36307}" destId="{4AADD8BC-D02F-4765-96DF-D504DC6E5565}" srcOrd="1" destOrd="0" presId="urn:microsoft.com/office/officeart/2005/8/layout/process5"/>
    <dgm:cxn modelId="{D88319CE-01C9-4725-B626-FDCCC1F420C4}" type="presParOf" srcId="{4AADD8BC-D02F-4765-96DF-D504DC6E5565}" destId="{47B01C51-6D5D-4BD7-B559-34022BED5AA3}" srcOrd="0" destOrd="0" presId="urn:microsoft.com/office/officeart/2005/8/layout/process5"/>
    <dgm:cxn modelId="{0A7E3C14-64DD-4410-B556-E66739B32560}" type="presParOf" srcId="{582AEA6D-7402-4BB6-8DB0-F72761E36307}" destId="{247B4CEF-6526-4FD9-9C5E-DA3F6AAC5BF6}" srcOrd="2" destOrd="0" presId="urn:microsoft.com/office/officeart/2005/8/layout/process5"/>
    <dgm:cxn modelId="{FA3B05F1-CCAD-4F9B-BBEF-474E416E2077}" type="presParOf" srcId="{582AEA6D-7402-4BB6-8DB0-F72761E36307}" destId="{82280EF2-E4A6-47EF-AFF6-71D11F73A7B0}" srcOrd="3" destOrd="0" presId="urn:microsoft.com/office/officeart/2005/8/layout/process5"/>
    <dgm:cxn modelId="{4D5823C8-3D33-45FA-B34C-AF3DF21A1CCD}" type="presParOf" srcId="{82280EF2-E4A6-47EF-AFF6-71D11F73A7B0}" destId="{B2CE1F72-684C-4401-8073-F465BB8F3C55}" srcOrd="0" destOrd="0" presId="urn:microsoft.com/office/officeart/2005/8/layout/process5"/>
    <dgm:cxn modelId="{35F04ADC-0158-4AD8-9042-C95397F11DC2}" type="presParOf" srcId="{582AEA6D-7402-4BB6-8DB0-F72761E36307}" destId="{02A0540F-DDAD-40DF-817C-E25229B6C14E}" srcOrd="4" destOrd="0" presId="urn:microsoft.com/office/officeart/2005/8/layout/process5"/>
    <dgm:cxn modelId="{67A336F1-53FB-4347-882D-EF818913460B}" type="presParOf" srcId="{582AEA6D-7402-4BB6-8DB0-F72761E36307}" destId="{1FD69C7D-9333-432E-A701-BE117C501236}" srcOrd="5" destOrd="0" presId="urn:microsoft.com/office/officeart/2005/8/layout/process5"/>
    <dgm:cxn modelId="{74FAC88C-C496-4BC0-8CF5-34E88DCE50AC}" type="presParOf" srcId="{1FD69C7D-9333-432E-A701-BE117C501236}" destId="{B1F263A7-7711-4F66-9194-08F47E997355}" srcOrd="0" destOrd="0" presId="urn:microsoft.com/office/officeart/2005/8/layout/process5"/>
    <dgm:cxn modelId="{FA413EAE-6B2C-49F4-A9D9-98604BA6B191}" type="presParOf" srcId="{582AEA6D-7402-4BB6-8DB0-F72761E36307}" destId="{FE41C27A-BBB8-4AB2-ABE6-E4350AA4130A}" srcOrd="6" destOrd="0" presId="urn:microsoft.com/office/officeart/2005/8/layout/process5"/>
    <dgm:cxn modelId="{FDC0F7AF-97D5-4F12-A0BA-925E4C937B2A}" type="presParOf" srcId="{582AEA6D-7402-4BB6-8DB0-F72761E36307}" destId="{18EF7FB9-A181-4668-9C25-ECA926D698F6}" srcOrd="7" destOrd="0" presId="urn:microsoft.com/office/officeart/2005/8/layout/process5"/>
    <dgm:cxn modelId="{A33003B6-27ED-4AF6-BDC4-DF0861535564}" type="presParOf" srcId="{18EF7FB9-A181-4668-9C25-ECA926D698F6}" destId="{AF8B12AB-4E48-4152-AB4A-4E645F285462}" srcOrd="0" destOrd="0" presId="urn:microsoft.com/office/officeart/2005/8/layout/process5"/>
    <dgm:cxn modelId="{0DE062A8-1306-4436-AD26-A8626EC4C858}" type="presParOf" srcId="{582AEA6D-7402-4BB6-8DB0-F72761E36307}" destId="{ABF68451-0A15-49F9-9D4B-7E5E1A32140C}" srcOrd="8" destOrd="0" presId="urn:microsoft.com/office/officeart/2005/8/layout/process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B410BC-CE61-447A-9F71-8439359749E1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F27C18E-54B4-49CB-94F6-1CEA18C2C239}">
      <dgm:prSet phldrT="[Text]" phldr="0"/>
      <dgm:spPr>
        <a:solidFill>
          <a:srgbClr val="3775FF"/>
        </a:solidFill>
      </dgm:spPr>
      <dgm:t>
        <a:bodyPr/>
        <a:lstStyle/>
        <a:p>
          <a:r>
            <a:rPr lang="en-US" dirty="0" err="1">
              <a:solidFill>
                <a:srgbClr val="BDD1FF"/>
              </a:solidFill>
            </a:rPr>
            <a:t>CoinMarketCap</a:t>
          </a:r>
          <a:endParaRPr lang="en-GB" dirty="0">
            <a:solidFill>
              <a:srgbClr val="BDD1FF"/>
            </a:solidFill>
          </a:endParaRPr>
        </a:p>
      </dgm:t>
    </dgm:pt>
    <dgm:pt modelId="{F2B80450-E108-455E-A87A-A21B92EF4E86}" type="parTrans" cxnId="{69FD421C-2FE2-4C98-ADAB-B279E5003A9A}">
      <dgm:prSet/>
      <dgm:spPr/>
      <dgm:t>
        <a:bodyPr/>
        <a:lstStyle/>
        <a:p>
          <a:endParaRPr lang="en-GB"/>
        </a:p>
      </dgm:t>
    </dgm:pt>
    <dgm:pt modelId="{0CF5AC07-4198-48E1-8DFD-AFF222919888}" type="sibTrans" cxnId="{69FD421C-2FE2-4C98-ADAB-B279E5003A9A}">
      <dgm:prSet/>
      <dgm:spPr>
        <a:solidFill>
          <a:srgbClr val="BDD1FF"/>
        </a:solidFill>
        <a:ln>
          <a:solidFill>
            <a:srgbClr val="BDD1FF"/>
          </a:solidFill>
        </a:ln>
      </dgm:spPr>
      <dgm:t>
        <a:bodyPr/>
        <a:lstStyle/>
        <a:p>
          <a:endParaRPr lang="en-GB">
            <a:solidFill>
              <a:srgbClr val="BDD1FF"/>
            </a:solidFill>
          </a:endParaRPr>
        </a:p>
      </dgm:t>
    </dgm:pt>
    <dgm:pt modelId="{6DE891FA-D94A-4693-9B2C-FF51C168DF7B}">
      <dgm:prSet phldrT="[Text]" phldr="0"/>
      <dgm:spPr>
        <a:solidFill>
          <a:srgbClr val="3775FF"/>
        </a:solidFill>
      </dgm:spPr>
      <dgm:t>
        <a:bodyPr/>
        <a:lstStyle/>
        <a:p>
          <a:r>
            <a:rPr lang="en-US" dirty="0">
              <a:solidFill>
                <a:srgbClr val="BDD1FF"/>
              </a:solidFill>
            </a:rPr>
            <a:t>Script.py</a:t>
          </a:r>
          <a:endParaRPr lang="en-GB" dirty="0">
            <a:solidFill>
              <a:srgbClr val="BDD1FF"/>
            </a:solidFill>
          </a:endParaRPr>
        </a:p>
      </dgm:t>
    </dgm:pt>
    <dgm:pt modelId="{612161F5-CEFD-48CE-947C-C2C4EB635F61}" type="parTrans" cxnId="{CFB0D613-EEC2-4DE3-8E87-1738C2ABF257}">
      <dgm:prSet/>
      <dgm:spPr/>
      <dgm:t>
        <a:bodyPr/>
        <a:lstStyle/>
        <a:p>
          <a:endParaRPr lang="en-GB"/>
        </a:p>
      </dgm:t>
    </dgm:pt>
    <dgm:pt modelId="{60F16ED0-14A2-4179-91EC-9C99F299DF9C}" type="sibTrans" cxnId="{CFB0D613-EEC2-4DE3-8E87-1738C2ABF257}">
      <dgm:prSet/>
      <dgm:spPr>
        <a:ln>
          <a:solidFill>
            <a:srgbClr val="BDD1FF"/>
          </a:solidFill>
        </a:ln>
      </dgm:spPr>
      <dgm:t>
        <a:bodyPr/>
        <a:lstStyle/>
        <a:p>
          <a:endParaRPr lang="en-GB"/>
        </a:p>
      </dgm:t>
    </dgm:pt>
    <dgm:pt modelId="{EB5F9523-76D5-455A-BC2A-B46820EE9966}">
      <dgm:prSet phldrT="[Text]" phldr="0"/>
      <dgm:spPr>
        <a:solidFill>
          <a:srgbClr val="3775FF"/>
        </a:solidFill>
      </dgm:spPr>
      <dgm:t>
        <a:bodyPr/>
        <a:lstStyle/>
        <a:p>
          <a:r>
            <a:rPr lang="en-US" dirty="0">
              <a:solidFill>
                <a:srgbClr val="BDD1FF"/>
              </a:solidFill>
            </a:rPr>
            <a:t>MongoDB</a:t>
          </a:r>
          <a:endParaRPr lang="en-GB" dirty="0">
            <a:solidFill>
              <a:srgbClr val="BDD1FF"/>
            </a:solidFill>
          </a:endParaRPr>
        </a:p>
      </dgm:t>
    </dgm:pt>
    <dgm:pt modelId="{6DAD1D4D-7452-4FBC-91AA-746B457960EC}" type="parTrans" cxnId="{6551F1E9-E5B7-477A-8D92-3A60B05D0E15}">
      <dgm:prSet/>
      <dgm:spPr/>
      <dgm:t>
        <a:bodyPr/>
        <a:lstStyle/>
        <a:p>
          <a:endParaRPr lang="en-GB"/>
        </a:p>
      </dgm:t>
    </dgm:pt>
    <dgm:pt modelId="{474D989E-3E0F-41D8-8F00-C5D2A2055A0E}" type="sibTrans" cxnId="{6551F1E9-E5B7-477A-8D92-3A60B05D0E15}">
      <dgm:prSet/>
      <dgm:spPr>
        <a:ln>
          <a:solidFill>
            <a:srgbClr val="BDD1FF"/>
          </a:solidFill>
        </a:ln>
      </dgm:spPr>
      <dgm:t>
        <a:bodyPr/>
        <a:lstStyle/>
        <a:p>
          <a:endParaRPr lang="en-GB"/>
        </a:p>
      </dgm:t>
    </dgm:pt>
    <dgm:pt modelId="{6CE9C859-9E0F-4998-A95E-B6544FC1AF4F}">
      <dgm:prSet phldrT="[Text]" phldr="0"/>
      <dgm:spPr>
        <a:solidFill>
          <a:srgbClr val="3775FF"/>
        </a:solidFill>
      </dgm:spPr>
      <dgm:t>
        <a:bodyPr/>
        <a:lstStyle/>
        <a:p>
          <a:r>
            <a:rPr lang="en-US" dirty="0">
              <a:solidFill>
                <a:srgbClr val="BDD1FF"/>
              </a:solidFill>
            </a:rPr>
            <a:t>App.py (Flask)</a:t>
          </a:r>
          <a:endParaRPr lang="en-GB" dirty="0">
            <a:solidFill>
              <a:srgbClr val="BDD1FF"/>
            </a:solidFill>
          </a:endParaRPr>
        </a:p>
      </dgm:t>
    </dgm:pt>
    <dgm:pt modelId="{1B410D6F-82F3-440E-8FDB-E51F1B44069E}" type="parTrans" cxnId="{1F12F2DF-20A3-4CFC-BD17-E0DE28688C65}">
      <dgm:prSet/>
      <dgm:spPr/>
      <dgm:t>
        <a:bodyPr/>
        <a:lstStyle/>
        <a:p>
          <a:endParaRPr lang="en-GB"/>
        </a:p>
      </dgm:t>
    </dgm:pt>
    <dgm:pt modelId="{8A0A1819-8A7C-4B52-B411-1741CC3DA0BA}" type="sibTrans" cxnId="{1F12F2DF-20A3-4CFC-BD17-E0DE28688C65}">
      <dgm:prSet/>
      <dgm:spPr>
        <a:ln>
          <a:solidFill>
            <a:srgbClr val="BDD1FF"/>
          </a:solidFill>
        </a:ln>
      </dgm:spPr>
      <dgm:t>
        <a:bodyPr/>
        <a:lstStyle/>
        <a:p>
          <a:endParaRPr lang="en-GB"/>
        </a:p>
      </dgm:t>
    </dgm:pt>
    <dgm:pt modelId="{7FA9B99B-9576-4B38-93F3-7A7A539098D5}">
      <dgm:prSet phldrT="[Text]" phldr="0"/>
      <dgm:spPr>
        <a:solidFill>
          <a:srgbClr val="3775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BDD1FF"/>
              </a:solidFill>
            </a:rPr>
            <a:t>Postman</a:t>
          </a:r>
          <a:endParaRPr lang="en-GB" dirty="0">
            <a:solidFill>
              <a:srgbClr val="BDD1FF"/>
            </a:solidFill>
          </a:endParaRPr>
        </a:p>
      </dgm:t>
    </dgm:pt>
    <dgm:pt modelId="{79FF1226-B303-4A2E-ABD6-C8A04CC5326F}" type="parTrans" cxnId="{2659F416-0672-40CA-AD92-EB031D16E3E2}">
      <dgm:prSet/>
      <dgm:spPr/>
      <dgm:t>
        <a:bodyPr/>
        <a:lstStyle/>
        <a:p>
          <a:endParaRPr lang="en-GB"/>
        </a:p>
      </dgm:t>
    </dgm:pt>
    <dgm:pt modelId="{B4664944-3115-4AB3-AB18-8A589C10BC14}" type="sibTrans" cxnId="{2659F416-0672-40CA-AD92-EB031D16E3E2}">
      <dgm:prSet/>
      <dgm:spPr/>
      <dgm:t>
        <a:bodyPr/>
        <a:lstStyle/>
        <a:p>
          <a:endParaRPr lang="en-GB"/>
        </a:p>
      </dgm:t>
    </dgm:pt>
    <dgm:pt modelId="{3E54EC6F-D2E1-4738-A22F-D8618A73ED02}" type="pres">
      <dgm:prSet presAssocID="{27B410BC-CE61-447A-9F71-8439359749E1}" presName="Name0" presStyleCnt="0">
        <dgm:presLayoutVars>
          <dgm:dir/>
          <dgm:resizeHandles val="exact"/>
        </dgm:presLayoutVars>
      </dgm:prSet>
      <dgm:spPr/>
    </dgm:pt>
    <dgm:pt modelId="{1EBD42E1-099A-4F05-9502-E92E63B26CFD}" type="pres">
      <dgm:prSet presAssocID="{FF27C18E-54B4-49CB-94F6-1CEA18C2C239}" presName="node" presStyleLbl="node1" presStyleIdx="0" presStyleCnt="5" custScaleX="24993" custScaleY="14288" custLinFactNeighborX="4170" custLinFactNeighborY="3863">
        <dgm:presLayoutVars>
          <dgm:bulletEnabled val="1"/>
        </dgm:presLayoutVars>
      </dgm:prSet>
      <dgm:spPr/>
    </dgm:pt>
    <dgm:pt modelId="{0CF942BA-7C9C-41CC-9AF2-CA59F2C73134}" type="pres">
      <dgm:prSet presAssocID="{0CF5AC07-4198-48E1-8DFD-AFF222919888}" presName="sibTrans" presStyleLbl="sibTrans1D1" presStyleIdx="0" presStyleCnt="4"/>
      <dgm:spPr/>
    </dgm:pt>
    <dgm:pt modelId="{F8353C1B-C5C1-4871-84D3-F57A74FBDEA6}" type="pres">
      <dgm:prSet presAssocID="{0CF5AC07-4198-48E1-8DFD-AFF222919888}" presName="connectorText" presStyleLbl="sibTrans1D1" presStyleIdx="0" presStyleCnt="4"/>
      <dgm:spPr/>
    </dgm:pt>
    <dgm:pt modelId="{7DF55434-7EA0-4A5D-AD2F-A3E8B1C57B74}" type="pres">
      <dgm:prSet presAssocID="{6DE891FA-D94A-4693-9B2C-FF51C168DF7B}" presName="node" presStyleLbl="node1" presStyleIdx="1" presStyleCnt="5" custScaleX="25368" custScaleY="17050" custLinFactNeighborX="34419" custLinFactNeighborY="3863">
        <dgm:presLayoutVars>
          <dgm:bulletEnabled val="1"/>
        </dgm:presLayoutVars>
      </dgm:prSet>
      <dgm:spPr/>
    </dgm:pt>
    <dgm:pt modelId="{44E149C4-BBC6-44EC-BCB4-A50B9E9C24FA}" type="pres">
      <dgm:prSet presAssocID="{60F16ED0-14A2-4179-91EC-9C99F299DF9C}" presName="sibTrans" presStyleLbl="sibTrans1D1" presStyleIdx="1" presStyleCnt="4"/>
      <dgm:spPr/>
    </dgm:pt>
    <dgm:pt modelId="{2A1DB0FC-EB41-4442-AC6D-049C60E3A6EB}" type="pres">
      <dgm:prSet presAssocID="{60F16ED0-14A2-4179-91EC-9C99F299DF9C}" presName="connectorText" presStyleLbl="sibTrans1D1" presStyleIdx="1" presStyleCnt="4"/>
      <dgm:spPr/>
    </dgm:pt>
    <dgm:pt modelId="{8EB96083-A493-4708-866F-8DEACD48A2B2}" type="pres">
      <dgm:prSet presAssocID="{EB5F9523-76D5-455A-BC2A-B46820EE9966}" presName="node" presStyleLbl="node1" presStyleIdx="2" presStyleCnt="5" custScaleX="21846" custScaleY="17714" custLinFactNeighborX="2580" custLinFactNeighborY="-874">
        <dgm:presLayoutVars>
          <dgm:bulletEnabled val="1"/>
        </dgm:presLayoutVars>
      </dgm:prSet>
      <dgm:spPr/>
    </dgm:pt>
    <dgm:pt modelId="{F9D2DD50-E1C8-4B6B-9DA7-3A90EF244957}" type="pres">
      <dgm:prSet presAssocID="{474D989E-3E0F-41D8-8F00-C5D2A2055A0E}" presName="sibTrans" presStyleLbl="sibTrans1D1" presStyleIdx="2" presStyleCnt="4"/>
      <dgm:spPr/>
    </dgm:pt>
    <dgm:pt modelId="{8ABAF168-6F75-4B45-ADA0-E7FBA1F9090E}" type="pres">
      <dgm:prSet presAssocID="{474D989E-3E0F-41D8-8F00-C5D2A2055A0E}" presName="connectorText" presStyleLbl="sibTrans1D1" presStyleIdx="2" presStyleCnt="4"/>
      <dgm:spPr/>
    </dgm:pt>
    <dgm:pt modelId="{D5B900E5-9A60-4656-AA0C-9345E3E9425D}" type="pres">
      <dgm:prSet presAssocID="{6CE9C859-9E0F-4998-A95E-B6544FC1AF4F}" presName="node" presStyleLbl="node1" presStyleIdx="3" presStyleCnt="5" custScaleX="25528" custScaleY="13086" custLinFactNeighborX="1857" custLinFactNeighborY="-811">
        <dgm:presLayoutVars>
          <dgm:bulletEnabled val="1"/>
        </dgm:presLayoutVars>
      </dgm:prSet>
      <dgm:spPr/>
    </dgm:pt>
    <dgm:pt modelId="{03419B69-09F2-4FE2-B4BB-584BFEAAEC1A}" type="pres">
      <dgm:prSet presAssocID="{8A0A1819-8A7C-4B52-B411-1741CC3DA0BA}" presName="sibTrans" presStyleLbl="sibTrans1D1" presStyleIdx="3" presStyleCnt="4"/>
      <dgm:spPr/>
    </dgm:pt>
    <dgm:pt modelId="{A70A05A8-64A1-4A91-9DF4-B960126C89F7}" type="pres">
      <dgm:prSet presAssocID="{8A0A1819-8A7C-4B52-B411-1741CC3DA0BA}" presName="connectorText" presStyleLbl="sibTrans1D1" presStyleIdx="3" presStyleCnt="4"/>
      <dgm:spPr/>
    </dgm:pt>
    <dgm:pt modelId="{876A25C3-4A72-400F-B14F-7B61A953040B}" type="pres">
      <dgm:prSet presAssocID="{7FA9B99B-9576-4B38-93F3-7A7A539098D5}" presName="node" presStyleLbl="node1" presStyleIdx="4" presStyleCnt="5" custScaleX="17758" custScaleY="13391" custLinFactNeighborX="26" custLinFactNeighborY="-814">
        <dgm:presLayoutVars>
          <dgm:bulletEnabled val="1"/>
        </dgm:presLayoutVars>
      </dgm:prSet>
      <dgm:spPr/>
    </dgm:pt>
  </dgm:ptLst>
  <dgm:cxnLst>
    <dgm:cxn modelId="{CFB0D613-EEC2-4DE3-8E87-1738C2ABF257}" srcId="{27B410BC-CE61-447A-9F71-8439359749E1}" destId="{6DE891FA-D94A-4693-9B2C-FF51C168DF7B}" srcOrd="1" destOrd="0" parTransId="{612161F5-CEFD-48CE-947C-C2C4EB635F61}" sibTransId="{60F16ED0-14A2-4179-91EC-9C99F299DF9C}"/>
    <dgm:cxn modelId="{2659F416-0672-40CA-AD92-EB031D16E3E2}" srcId="{27B410BC-CE61-447A-9F71-8439359749E1}" destId="{7FA9B99B-9576-4B38-93F3-7A7A539098D5}" srcOrd="4" destOrd="0" parTransId="{79FF1226-B303-4A2E-ABD6-C8A04CC5326F}" sibTransId="{B4664944-3115-4AB3-AB18-8A589C10BC14}"/>
    <dgm:cxn modelId="{91F0DB17-0FB1-4332-8045-2BF21DD4C05E}" type="presOf" srcId="{FF27C18E-54B4-49CB-94F6-1CEA18C2C239}" destId="{1EBD42E1-099A-4F05-9502-E92E63B26CFD}" srcOrd="0" destOrd="0" presId="urn:microsoft.com/office/officeart/2005/8/layout/bProcess3"/>
    <dgm:cxn modelId="{69FD421C-2FE2-4C98-ADAB-B279E5003A9A}" srcId="{27B410BC-CE61-447A-9F71-8439359749E1}" destId="{FF27C18E-54B4-49CB-94F6-1CEA18C2C239}" srcOrd="0" destOrd="0" parTransId="{F2B80450-E108-455E-A87A-A21B92EF4E86}" sibTransId="{0CF5AC07-4198-48E1-8DFD-AFF222919888}"/>
    <dgm:cxn modelId="{483EDC27-65EC-439B-AEEB-A9A7DC0B51E5}" type="presOf" srcId="{0CF5AC07-4198-48E1-8DFD-AFF222919888}" destId="{0CF942BA-7C9C-41CC-9AF2-CA59F2C73134}" srcOrd="0" destOrd="0" presId="urn:microsoft.com/office/officeart/2005/8/layout/bProcess3"/>
    <dgm:cxn modelId="{EE6C272E-0457-487C-8DF6-754918BE4B08}" type="presOf" srcId="{474D989E-3E0F-41D8-8F00-C5D2A2055A0E}" destId="{F9D2DD50-E1C8-4B6B-9DA7-3A90EF244957}" srcOrd="0" destOrd="0" presId="urn:microsoft.com/office/officeart/2005/8/layout/bProcess3"/>
    <dgm:cxn modelId="{A567C362-8FD4-4631-B7F8-9711F83EFB2D}" type="presOf" srcId="{8A0A1819-8A7C-4B52-B411-1741CC3DA0BA}" destId="{A70A05A8-64A1-4A91-9DF4-B960126C89F7}" srcOrd="1" destOrd="0" presId="urn:microsoft.com/office/officeart/2005/8/layout/bProcess3"/>
    <dgm:cxn modelId="{F73A2845-CB0B-4ECA-8760-9AF367885FF8}" type="presOf" srcId="{6CE9C859-9E0F-4998-A95E-B6544FC1AF4F}" destId="{D5B900E5-9A60-4656-AA0C-9345E3E9425D}" srcOrd="0" destOrd="0" presId="urn:microsoft.com/office/officeart/2005/8/layout/bProcess3"/>
    <dgm:cxn modelId="{99BA5278-9758-4634-826E-5327D88CFFAC}" type="presOf" srcId="{7FA9B99B-9576-4B38-93F3-7A7A539098D5}" destId="{876A25C3-4A72-400F-B14F-7B61A953040B}" srcOrd="0" destOrd="0" presId="urn:microsoft.com/office/officeart/2005/8/layout/bProcess3"/>
    <dgm:cxn modelId="{B154CB79-128D-4BF8-9889-43F3EFD7C734}" type="presOf" srcId="{EB5F9523-76D5-455A-BC2A-B46820EE9966}" destId="{8EB96083-A493-4708-866F-8DEACD48A2B2}" srcOrd="0" destOrd="0" presId="urn:microsoft.com/office/officeart/2005/8/layout/bProcess3"/>
    <dgm:cxn modelId="{613C548B-F3B6-4D7B-AE2F-5F27EAAE0335}" type="presOf" srcId="{27B410BC-CE61-447A-9F71-8439359749E1}" destId="{3E54EC6F-D2E1-4738-A22F-D8618A73ED02}" srcOrd="0" destOrd="0" presId="urn:microsoft.com/office/officeart/2005/8/layout/bProcess3"/>
    <dgm:cxn modelId="{C27FCC8C-BCDC-4C9B-913C-BA8EF3AC702F}" type="presOf" srcId="{60F16ED0-14A2-4179-91EC-9C99F299DF9C}" destId="{44E149C4-BBC6-44EC-BCB4-A50B9E9C24FA}" srcOrd="0" destOrd="0" presId="urn:microsoft.com/office/officeart/2005/8/layout/bProcess3"/>
    <dgm:cxn modelId="{85BC5B9A-68FF-45BC-89DF-E02B5B0BCF0F}" type="presOf" srcId="{474D989E-3E0F-41D8-8F00-C5D2A2055A0E}" destId="{8ABAF168-6F75-4B45-ADA0-E7FBA1F9090E}" srcOrd="1" destOrd="0" presId="urn:microsoft.com/office/officeart/2005/8/layout/bProcess3"/>
    <dgm:cxn modelId="{B68824C0-07BA-4D3B-9134-E1F7ECD98421}" type="presOf" srcId="{6DE891FA-D94A-4693-9B2C-FF51C168DF7B}" destId="{7DF55434-7EA0-4A5D-AD2F-A3E8B1C57B74}" srcOrd="0" destOrd="0" presId="urn:microsoft.com/office/officeart/2005/8/layout/bProcess3"/>
    <dgm:cxn modelId="{A9BB99CC-26D3-43BE-BD4F-A1D3E352EF25}" type="presOf" srcId="{0CF5AC07-4198-48E1-8DFD-AFF222919888}" destId="{F8353C1B-C5C1-4871-84D3-F57A74FBDEA6}" srcOrd="1" destOrd="0" presId="urn:microsoft.com/office/officeart/2005/8/layout/bProcess3"/>
    <dgm:cxn modelId="{EFE5A8CC-D8F1-49B5-B69F-8419B008E5A1}" type="presOf" srcId="{60F16ED0-14A2-4179-91EC-9C99F299DF9C}" destId="{2A1DB0FC-EB41-4442-AC6D-049C60E3A6EB}" srcOrd="1" destOrd="0" presId="urn:microsoft.com/office/officeart/2005/8/layout/bProcess3"/>
    <dgm:cxn modelId="{1F12F2DF-20A3-4CFC-BD17-E0DE28688C65}" srcId="{27B410BC-CE61-447A-9F71-8439359749E1}" destId="{6CE9C859-9E0F-4998-A95E-B6544FC1AF4F}" srcOrd="3" destOrd="0" parTransId="{1B410D6F-82F3-440E-8FDB-E51F1B44069E}" sibTransId="{8A0A1819-8A7C-4B52-B411-1741CC3DA0BA}"/>
    <dgm:cxn modelId="{D0113AE1-E1E8-4BEC-9853-4CEBBBDEBA80}" type="presOf" srcId="{8A0A1819-8A7C-4B52-B411-1741CC3DA0BA}" destId="{03419B69-09F2-4FE2-B4BB-584BFEAAEC1A}" srcOrd="0" destOrd="0" presId="urn:microsoft.com/office/officeart/2005/8/layout/bProcess3"/>
    <dgm:cxn modelId="{6551F1E9-E5B7-477A-8D92-3A60B05D0E15}" srcId="{27B410BC-CE61-447A-9F71-8439359749E1}" destId="{EB5F9523-76D5-455A-BC2A-B46820EE9966}" srcOrd="2" destOrd="0" parTransId="{6DAD1D4D-7452-4FBC-91AA-746B457960EC}" sibTransId="{474D989E-3E0F-41D8-8F00-C5D2A2055A0E}"/>
    <dgm:cxn modelId="{4729B5A1-B808-48F1-AF95-EB3F3B6E87DA}" type="presParOf" srcId="{3E54EC6F-D2E1-4738-A22F-D8618A73ED02}" destId="{1EBD42E1-099A-4F05-9502-E92E63B26CFD}" srcOrd="0" destOrd="0" presId="urn:microsoft.com/office/officeart/2005/8/layout/bProcess3"/>
    <dgm:cxn modelId="{8E05654D-074F-4C31-BFE4-27C6C97D63F0}" type="presParOf" srcId="{3E54EC6F-D2E1-4738-A22F-D8618A73ED02}" destId="{0CF942BA-7C9C-41CC-9AF2-CA59F2C73134}" srcOrd="1" destOrd="0" presId="urn:microsoft.com/office/officeart/2005/8/layout/bProcess3"/>
    <dgm:cxn modelId="{5201312E-B8E5-46C1-A6FE-5650A81987A2}" type="presParOf" srcId="{0CF942BA-7C9C-41CC-9AF2-CA59F2C73134}" destId="{F8353C1B-C5C1-4871-84D3-F57A74FBDEA6}" srcOrd="0" destOrd="0" presId="urn:microsoft.com/office/officeart/2005/8/layout/bProcess3"/>
    <dgm:cxn modelId="{EB7CA3EB-2ACF-4444-A559-A88E2D4A01B8}" type="presParOf" srcId="{3E54EC6F-D2E1-4738-A22F-D8618A73ED02}" destId="{7DF55434-7EA0-4A5D-AD2F-A3E8B1C57B74}" srcOrd="2" destOrd="0" presId="urn:microsoft.com/office/officeart/2005/8/layout/bProcess3"/>
    <dgm:cxn modelId="{37266104-A22D-4B5E-8349-D9EACB9211E4}" type="presParOf" srcId="{3E54EC6F-D2E1-4738-A22F-D8618A73ED02}" destId="{44E149C4-BBC6-44EC-BCB4-A50B9E9C24FA}" srcOrd="3" destOrd="0" presId="urn:microsoft.com/office/officeart/2005/8/layout/bProcess3"/>
    <dgm:cxn modelId="{DD7852E7-79BA-4B49-99B9-A5BDE3CDFD09}" type="presParOf" srcId="{44E149C4-BBC6-44EC-BCB4-A50B9E9C24FA}" destId="{2A1DB0FC-EB41-4442-AC6D-049C60E3A6EB}" srcOrd="0" destOrd="0" presId="urn:microsoft.com/office/officeart/2005/8/layout/bProcess3"/>
    <dgm:cxn modelId="{D9C74860-2FE1-4D1C-AF1A-FE3B7321BFBE}" type="presParOf" srcId="{3E54EC6F-D2E1-4738-A22F-D8618A73ED02}" destId="{8EB96083-A493-4708-866F-8DEACD48A2B2}" srcOrd="4" destOrd="0" presId="urn:microsoft.com/office/officeart/2005/8/layout/bProcess3"/>
    <dgm:cxn modelId="{CA56C6E2-9E5A-423D-996B-D136B747BB73}" type="presParOf" srcId="{3E54EC6F-D2E1-4738-A22F-D8618A73ED02}" destId="{F9D2DD50-E1C8-4B6B-9DA7-3A90EF244957}" srcOrd="5" destOrd="0" presId="urn:microsoft.com/office/officeart/2005/8/layout/bProcess3"/>
    <dgm:cxn modelId="{6C7D010F-FE9C-4FA0-A0C2-06E9031D29A1}" type="presParOf" srcId="{F9D2DD50-E1C8-4B6B-9DA7-3A90EF244957}" destId="{8ABAF168-6F75-4B45-ADA0-E7FBA1F9090E}" srcOrd="0" destOrd="0" presId="urn:microsoft.com/office/officeart/2005/8/layout/bProcess3"/>
    <dgm:cxn modelId="{D4E36496-D20F-49C6-BABB-9AF96F4DDC56}" type="presParOf" srcId="{3E54EC6F-D2E1-4738-A22F-D8618A73ED02}" destId="{D5B900E5-9A60-4656-AA0C-9345E3E9425D}" srcOrd="6" destOrd="0" presId="urn:microsoft.com/office/officeart/2005/8/layout/bProcess3"/>
    <dgm:cxn modelId="{89ABECDC-F5C3-4EC2-994F-2B85ADF32472}" type="presParOf" srcId="{3E54EC6F-D2E1-4738-A22F-D8618A73ED02}" destId="{03419B69-09F2-4FE2-B4BB-584BFEAAEC1A}" srcOrd="7" destOrd="0" presId="urn:microsoft.com/office/officeart/2005/8/layout/bProcess3"/>
    <dgm:cxn modelId="{EFBADCBE-340D-489C-AF47-1A0E70A6238D}" type="presParOf" srcId="{03419B69-09F2-4FE2-B4BB-584BFEAAEC1A}" destId="{A70A05A8-64A1-4A91-9DF4-B960126C89F7}" srcOrd="0" destOrd="0" presId="urn:microsoft.com/office/officeart/2005/8/layout/bProcess3"/>
    <dgm:cxn modelId="{8383457C-CF43-4260-86A4-D9F29EF6F7C1}" type="presParOf" srcId="{3E54EC6F-D2E1-4738-A22F-D8618A73ED02}" destId="{876A25C3-4A72-400F-B14F-7B61A953040B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E1E7A8-F765-46EE-A155-33A69D980996}">
      <dsp:nvSpPr>
        <dsp:cNvPr id="0" name=""/>
        <dsp:cNvSpPr/>
      </dsp:nvSpPr>
      <dsp:spPr>
        <a:xfrm>
          <a:off x="649071" y="73417"/>
          <a:ext cx="2378615" cy="1570200"/>
        </a:xfrm>
        <a:prstGeom prst="roundRect">
          <a:avLst>
            <a:gd name="adj" fmla="val 10000"/>
          </a:avLst>
        </a:prstGeom>
        <a:solidFill>
          <a:srgbClr val="3775FF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296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solidFill>
                <a:srgbClr val="BDD1FF"/>
              </a:solidFill>
            </a:rPr>
            <a:t>Configurare</a:t>
          </a:r>
          <a:r>
            <a:rPr lang="en-US" sz="1900" kern="1200" dirty="0">
              <a:solidFill>
                <a:srgbClr val="BDD1FF"/>
              </a:solidFill>
            </a:rPr>
            <a:t> browser (Headless)</a:t>
          </a:r>
          <a:endParaRPr lang="en-GB" sz="1900" kern="1200" dirty="0">
            <a:solidFill>
              <a:srgbClr val="BDD1FF"/>
            </a:solidFill>
          </a:endParaRPr>
        </a:p>
      </dsp:txBody>
      <dsp:txXfrm>
        <a:off x="695061" y="119407"/>
        <a:ext cx="2286635" cy="1478220"/>
      </dsp:txXfrm>
    </dsp:sp>
    <dsp:sp modelId="{4AADD8BC-D02F-4765-96DF-D504DC6E5565}">
      <dsp:nvSpPr>
        <dsp:cNvPr id="0" name=""/>
        <dsp:cNvSpPr/>
      </dsp:nvSpPr>
      <dsp:spPr>
        <a:xfrm rot="65121">
          <a:off x="3238691" y="594915"/>
          <a:ext cx="508530" cy="589896"/>
        </a:xfrm>
        <a:prstGeom prst="rightArrow">
          <a:avLst>
            <a:gd name="adj1" fmla="val 60000"/>
            <a:gd name="adj2" fmla="val 50000"/>
          </a:avLst>
        </a:prstGeom>
        <a:solidFill>
          <a:srgbClr val="BDD1F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>
            <a:solidFill>
              <a:srgbClr val="BDD1FF"/>
            </a:solidFill>
          </a:endParaRPr>
        </a:p>
      </dsp:txBody>
      <dsp:txXfrm>
        <a:off x="3238705" y="711449"/>
        <a:ext cx="355971" cy="353938"/>
      </dsp:txXfrm>
    </dsp:sp>
    <dsp:sp modelId="{247B4CEF-6526-4FD9-9C5E-DA3F6AAC5BF6}">
      <dsp:nvSpPr>
        <dsp:cNvPr id="0" name=""/>
        <dsp:cNvSpPr/>
      </dsp:nvSpPr>
      <dsp:spPr>
        <a:xfrm>
          <a:off x="3987006" y="100012"/>
          <a:ext cx="2378615" cy="1643485"/>
        </a:xfrm>
        <a:prstGeom prst="roundRect">
          <a:avLst>
            <a:gd name="adj" fmla="val 10000"/>
          </a:avLst>
        </a:prstGeom>
        <a:solidFill>
          <a:srgbClr val="3775FF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rgbClr val="BDD1FF"/>
              </a:solidFill>
            </a:rPr>
            <a:t>Lista </a:t>
          </a:r>
          <a:r>
            <a:rPr lang="en-US" sz="1900" kern="1200" dirty="0" err="1">
              <a:solidFill>
                <a:srgbClr val="BDD1FF"/>
              </a:solidFill>
            </a:rPr>
            <a:t>monede</a:t>
          </a:r>
          <a:r>
            <a:rPr lang="en-US" sz="1900" kern="1200" dirty="0">
              <a:solidFill>
                <a:srgbClr val="BDD1FF"/>
              </a:solidFill>
            </a:rPr>
            <a:t> [BTC, ETH,…]</a:t>
          </a:r>
          <a:endParaRPr lang="en-GB" sz="1900" kern="1200" dirty="0">
            <a:solidFill>
              <a:srgbClr val="BDD1FF"/>
            </a:solidFill>
          </a:endParaRPr>
        </a:p>
      </dsp:txBody>
      <dsp:txXfrm>
        <a:off x="4035142" y="148148"/>
        <a:ext cx="2282343" cy="1547213"/>
      </dsp:txXfrm>
    </dsp:sp>
    <dsp:sp modelId="{82280EF2-E4A6-47EF-AFF6-71D11F73A7B0}">
      <dsp:nvSpPr>
        <dsp:cNvPr id="0" name=""/>
        <dsp:cNvSpPr/>
      </dsp:nvSpPr>
      <dsp:spPr>
        <a:xfrm rot="38991">
          <a:off x="6575038" y="645533"/>
          <a:ext cx="504576" cy="589896"/>
        </a:xfrm>
        <a:prstGeom prst="rightArrow">
          <a:avLst>
            <a:gd name="adj1" fmla="val 60000"/>
            <a:gd name="adj2" fmla="val 50000"/>
          </a:avLst>
        </a:prstGeom>
        <a:solidFill>
          <a:srgbClr val="BDD1F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/>
        </a:p>
      </dsp:txBody>
      <dsp:txXfrm>
        <a:off x="6575043" y="762654"/>
        <a:ext cx="353203" cy="353938"/>
      </dsp:txXfrm>
    </dsp:sp>
    <dsp:sp modelId="{02A0540F-DDAD-40DF-817C-E25229B6C14E}">
      <dsp:nvSpPr>
        <dsp:cNvPr id="0" name=""/>
        <dsp:cNvSpPr/>
      </dsp:nvSpPr>
      <dsp:spPr>
        <a:xfrm>
          <a:off x="7317591" y="431"/>
          <a:ext cx="2378615" cy="1918200"/>
        </a:xfrm>
        <a:prstGeom prst="roundRect">
          <a:avLst>
            <a:gd name="adj" fmla="val 10000"/>
          </a:avLst>
        </a:prstGeom>
        <a:solidFill>
          <a:srgbClr val="3775FF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2960" tIns="73152" rIns="72390" bIns="9144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kern="1200" dirty="0">
            <a:solidFill>
              <a:srgbClr val="BDD1FF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>
              <a:solidFill>
                <a:srgbClr val="BDD1FF"/>
              </a:solidFill>
            </a:rPr>
            <a:t>Extragere</a:t>
          </a:r>
          <a:r>
            <a:rPr lang="en-US" sz="1500" kern="1200" dirty="0">
              <a:solidFill>
                <a:srgbClr val="BDD1FF"/>
              </a:solidFill>
            </a:rPr>
            <a:t> </a:t>
          </a:r>
          <a:r>
            <a:rPr lang="en-US" sz="1500" kern="1200" dirty="0" err="1">
              <a:solidFill>
                <a:srgbClr val="BDD1FF"/>
              </a:solidFill>
            </a:rPr>
            <a:t>nume</a:t>
          </a:r>
          <a:endParaRPr lang="en-GB" sz="1500" kern="1200" dirty="0">
            <a:solidFill>
              <a:srgbClr val="BDD1FF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>
              <a:solidFill>
                <a:srgbClr val="BDD1FF"/>
              </a:solidFill>
            </a:rPr>
            <a:t>Extragere</a:t>
          </a:r>
          <a:r>
            <a:rPr lang="en-US" sz="1500" kern="1200" dirty="0">
              <a:solidFill>
                <a:srgbClr val="BDD1FF"/>
              </a:solidFill>
            </a:rPr>
            <a:t> </a:t>
          </a:r>
          <a:r>
            <a:rPr lang="en-US" sz="1500" kern="1200" dirty="0" err="1">
              <a:solidFill>
                <a:srgbClr val="BDD1FF"/>
              </a:solidFill>
            </a:rPr>
            <a:t>pret</a:t>
          </a:r>
          <a:endParaRPr lang="en-GB" sz="1500" kern="1200" dirty="0">
            <a:solidFill>
              <a:srgbClr val="BDD1FF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>
              <a:solidFill>
                <a:srgbClr val="BDD1FF"/>
              </a:solidFill>
            </a:rPr>
            <a:t>Extragere</a:t>
          </a:r>
          <a:r>
            <a:rPr lang="en-US" sz="1500" kern="1200" dirty="0">
              <a:solidFill>
                <a:srgbClr val="BDD1FF"/>
              </a:solidFill>
            </a:rPr>
            <a:t> </a:t>
          </a:r>
          <a:r>
            <a:rPr lang="en-US" sz="1500" kern="1200" dirty="0" err="1">
              <a:solidFill>
                <a:srgbClr val="BDD1FF"/>
              </a:solidFill>
            </a:rPr>
            <a:t>procent</a:t>
          </a:r>
          <a:r>
            <a:rPr lang="en-US" sz="1500" kern="1200" dirty="0">
              <a:solidFill>
                <a:srgbClr val="BDD1FF"/>
              </a:solidFill>
            </a:rPr>
            <a:t> (+/-)</a:t>
          </a:r>
          <a:endParaRPr lang="en-GB" sz="1500" kern="1200" dirty="0">
            <a:solidFill>
              <a:srgbClr val="BDD1FF"/>
            </a:solidFill>
          </a:endParaRPr>
        </a:p>
      </dsp:txBody>
      <dsp:txXfrm>
        <a:off x="7373773" y="56613"/>
        <a:ext cx="2266251" cy="1805836"/>
      </dsp:txXfrm>
    </dsp:sp>
    <dsp:sp modelId="{1FD69C7D-9333-432E-A701-BE117C501236}">
      <dsp:nvSpPr>
        <dsp:cNvPr id="0" name=""/>
        <dsp:cNvSpPr/>
      </dsp:nvSpPr>
      <dsp:spPr>
        <a:xfrm rot="5376322">
          <a:off x="8269862" y="2075279"/>
          <a:ext cx="493507" cy="5898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/>
        </a:p>
      </dsp:txBody>
      <dsp:txXfrm rot="-5400000">
        <a:off x="8339137" y="2123475"/>
        <a:ext cx="353938" cy="345455"/>
      </dsp:txXfrm>
    </dsp:sp>
    <dsp:sp modelId="{FE41C27A-BBB8-4AB2-ABE6-E4350AA4130A}">
      <dsp:nvSpPr>
        <dsp:cNvPr id="0" name=""/>
        <dsp:cNvSpPr/>
      </dsp:nvSpPr>
      <dsp:spPr>
        <a:xfrm>
          <a:off x="7335526" y="2849756"/>
          <a:ext cx="2378615" cy="1427169"/>
        </a:xfrm>
        <a:prstGeom prst="roundRect">
          <a:avLst>
            <a:gd name="adj" fmla="val 10000"/>
          </a:avLst>
        </a:prstGeom>
        <a:solidFill>
          <a:srgbClr val="3775FF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296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rgbClr val="BDD1FF"/>
              </a:solidFill>
            </a:rPr>
            <a:t>Element </a:t>
          </a:r>
          <a:r>
            <a:rPr lang="en-US" sz="1900" kern="1200" dirty="0" err="1">
              <a:solidFill>
                <a:srgbClr val="BDD1FF"/>
              </a:solidFill>
            </a:rPr>
            <a:t>gasit</a:t>
          </a:r>
          <a:r>
            <a:rPr lang="en-US" sz="1900" kern="1200" dirty="0">
              <a:solidFill>
                <a:srgbClr val="BDD1FF"/>
              </a:solidFill>
            </a:rPr>
            <a:t>? </a:t>
          </a:r>
          <a:endParaRPr lang="en-GB" sz="1900" kern="1200" dirty="0"/>
        </a:p>
      </dsp:txBody>
      <dsp:txXfrm>
        <a:off x="7377326" y="2891556"/>
        <a:ext cx="2295015" cy="1343569"/>
      </dsp:txXfrm>
    </dsp:sp>
    <dsp:sp modelId="{18EF7FB9-A181-4668-9C25-ECA926D698F6}">
      <dsp:nvSpPr>
        <dsp:cNvPr id="0" name=""/>
        <dsp:cNvSpPr/>
      </dsp:nvSpPr>
      <dsp:spPr>
        <a:xfrm rot="10799707">
          <a:off x="6608062" y="3268533"/>
          <a:ext cx="514074" cy="589896"/>
        </a:xfrm>
        <a:prstGeom prst="rightArrow">
          <a:avLst>
            <a:gd name="adj1" fmla="val 60000"/>
            <a:gd name="adj2" fmla="val 50000"/>
          </a:avLst>
        </a:prstGeom>
        <a:solidFill>
          <a:srgbClr val="BDD1F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/>
        </a:p>
      </dsp:txBody>
      <dsp:txXfrm rot="10800000">
        <a:off x="6762284" y="3386505"/>
        <a:ext cx="359852" cy="353938"/>
      </dsp:txXfrm>
    </dsp:sp>
    <dsp:sp modelId="{ABF68451-0A15-49F9-9D4B-7E5E1A32140C}">
      <dsp:nvSpPr>
        <dsp:cNvPr id="0" name=""/>
        <dsp:cNvSpPr/>
      </dsp:nvSpPr>
      <dsp:spPr>
        <a:xfrm>
          <a:off x="3986958" y="2850041"/>
          <a:ext cx="2378615" cy="1427169"/>
        </a:xfrm>
        <a:prstGeom prst="roundRect">
          <a:avLst>
            <a:gd name="adj" fmla="val 10000"/>
          </a:avLst>
        </a:prstGeom>
        <a:solidFill>
          <a:srgbClr val="3775FF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296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solidFill>
                <a:srgbClr val="BDD1FF"/>
              </a:solidFill>
            </a:rPr>
            <a:t>Afisare</a:t>
          </a:r>
          <a:r>
            <a:rPr lang="en-US" sz="1900" kern="1200" dirty="0">
              <a:solidFill>
                <a:srgbClr val="BDD1FF"/>
              </a:solidFill>
            </a:rPr>
            <a:t> &amp; </a:t>
          </a:r>
          <a:r>
            <a:rPr lang="en-US" sz="1900" kern="1200" dirty="0" err="1">
              <a:solidFill>
                <a:srgbClr val="BDD1FF"/>
              </a:solidFill>
            </a:rPr>
            <a:t>salvare</a:t>
          </a:r>
          <a:r>
            <a:rPr lang="en-US" sz="1900" kern="1200" dirty="0">
              <a:solidFill>
                <a:srgbClr val="BDD1FF"/>
              </a:solidFill>
            </a:rPr>
            <a:t> MongoDB</a:t>
          </a:r>
          <a:endParaRPr lang="en-GB" sz="1900" kern="1200" dirty="0">
            <a:solidFill>
              <a:srgbClr val="BDD1FF"/>
            </a:solidFill>
          </a:endParaRPr>
        </a:p>
      </dsp:txBody>
      <dsp:txXfrm>
        <a:off x="4028758" y="2891841"/>
        <a:ext cx="2295015" cy="13435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942BA-7C9C-41CC-9AF2-CA59F2C73134}">
      <dsp:nvSpPr>
        <dsp:cNvPr id="0" name=""/>
        <dsp:cNvSpPr/>
      </dsp:nvSpPr>
      <dsp:spPr>
        <a:xfrm>
          <a:off x="3070908" y="765039"/>
          <a:ext cx="55749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74938" y="45720"/>
              </a:lnTo>
            </a:path>
          </a:pathLst>
        </a:custGeom>
        <a:noFill/>
        <a:ln w="9525" cap="rnd" cmpd="sng" algn="ctr">
          <a:solidFill>
            <a:srgbClr val="BDD1FF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>
            <a:solidFill>
              <a:srgbClr val="BDD1FF"/>
            </a:solidFill>
          </a:endParaRPr>
        </a:p>
      </dsp:txBody>
      <dsp:txXfrm>
        <a:off x="5718238" y="798653"/>
        <a:ext cx="280276" cy="24212"/>
      </dsp:txXfrm>
    </dsp:sp>
    <dsp:sp modelId="{1EBD42E1-099A-4F05-9502-E92E63B26CFD}">
      <dsp:nvSpPr>
        <dsp:cNvPr id="0" name=""/>
        <dsp:cNvSpPr/>
      </dsp:nvSpPr>
      <dsp:spPr>
        <a:xfrm>
          <a:off x="441687" y="359529"/>
          <a:ext cx="2631020" cy="902461"/>
        </a:xfrm>
        <a:prstGeom prst="rect">
          <a:avLst/>
        </a:prstGeom>
        <a:solidFill>
          <a:srgbClr val="3775FF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solidFill>
                <a:srgbClr val="BDD1FF"/>
              </a:solidFill>
            </a:rPr>
            <a:t>CoinMarketCap</a:t>
          </a:r>
          <a:endParaRPr lang="en-GB" sz="2500" kern="1200" dirty="0">
            <a:solidFill>
              <a:srgbClr val="BDD1FF"/>
            </a:solidFill>
          </a:endParaRPr>
        </a:p>
      </dsp:txBody>
      <dsp:txXfrm>
        <a:off x="441687" y="359529"/>
        <a:ext cx="2631020" cy="902461"/>
      </dsp:txXfrm>
    </dsp:sp>
    <dsp:sp modelId="{44E149C4-BBC6-44EC-BCB4-A50B9E9C24FA}">
      <dsp:nvSpPr>
        <dsp:cNvPr id="0" name=""/>
        <dsp:cNvSpPr/>
      </dsp:nvSpPr>
      <dsp:spPr>
        <a:xfrm>
          <a:off x="1424175" y="1347417"/>
          <a:ext cx="8589319" cy="2091417"/>
        </a:xfrm>
        <a:custGeom>
          <a:avLst/>
          <a:gdLst/>
          <a:ahLst/>
          <a:cxnLst/>
          <a:rect l="0" t="0" r="0" b="0"/>
          <a:pathLst>
            <a:path>
              <a:moveTo>
                <a:pt x="8589319" y="0"/>
              </a:moveTo>
              <a:lnTo>
                <a:pt x="8589319" y="1062808"/>
              </a:lnTo>
              <a:lnTo>
                <a:pt x="0" y="1062808"/>
              </a:lnTo>
              <a:lnTo>
                <a:pt x="0" y="2091417"/>
              </a:lnTo>
            </a:path>
          </a:pathLst>
        </a:custGeom>
        <a:noFill/>
        <a:ln w="9525" cap="rnd" cmpd="sng" algn="ctr">
          <a:solidFill>
            <a:srgbClr val="BDD1FF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497646" y="2381019"/>
        <a:ext cx="442378" cy="24212"/>
      </dsp:txXfrm>
    </dsp:sp>
    <dsp:sp modelId="{7DF55434-7EA0-4A5D-AD2F-A3E8B1C57B74}">
      <dsp:nvSpPr>
        <dsp:cNvPr id="0" name=""/>
        <dsp:cNvSpPr/>
      </dsp:nvSpPr>
      <dsp:spPr>
        <a:xfrm>
          <a:off x="8678246" y="272302"/>
          <a:ext cx="2670496" cy="1076915"/>
        </a:xfrm>
        <a:prstGeom prst="rect">
          <a:avLst/>
        </a:prstGeom>
        <a:solidFill>
          <a:srgbClr val="3775FF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BDD1FF"/>
              </a:solidFill>
            </a:rPr>
            <a:t>Script.py</a:t>
          </a:r>
          <a:endParaRPr lang="en-GB" sz="2500" kern="1200" dirty="0">
            <a:solidFill>
              <a:srgbClr val="BDD1FF"/>
            </a:solidFill>
          </a:endParaRPr>
        </a:p>
      </dsp:txBody>
      <dsp:txXfrm>
        <a:off x="8678246" y="272302"/>
        <a:ext cx="2670496" cy="1076915"/>
      </dsp:txXfrm>
    </dsp:sp>
    <dsp:sp modelId="{F9D2DD50-E1C8-4B6B-9DA7-3A90EF244957}">
      <dsp:nvSpPr>
        <dsp:cNvPr id="0" name=""/>
        <dsp:cNvSpPr/>
      </dsp:nvSpPr>
      <dsp:spPr>
        <a:xfrm>
          <a:off x="2572242" y="3984942"/>
          <a:ext cx="231450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174353" y="45720"/>
              </a:lnTo>
              <a:lnTo>
                <a:pt x="1174353" y="49699"/>
              </a:lnTo>
              <a:lnTo>
                <a:pt x="2314506" y="49699"/>
              </a:lnTo>
            </a:path>
          </a:pathLst>
        </a:custGeom>
        <a:noFill/>
        <a:ln w="9525" cap="rnd" cmpd="sng" algn="ctr">
          <a:solidFill>
            <a:srgbClr val="BDD1FF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670868" y="4018556"/>
        <a:ext cx="117255" cy="24212"/>
      </dsp:txXfrm>
    </dsp:sp>
    <dsp:sp modelId="{8EB96083-A493-4708-866F-8DEACD48A2B2}">
      <dsp:nvSpPr>
        <dsp:cNvPr id="0" name=""/>
        <dsp:cNvSpPr/>
      </dsp:nvSpPr>
      <dsp:spPr>
        <a:xfrm>
          <a:off x="274307" y="3471234"/>
          <a:ext cx="2299734" cy="1118854"/>
        </a:xfrm>
        <a:prstGeom prst="rect">
          <a:avLst/>
        </a:prstGeom>
        <a:solidFill>
          <a:srgbClr val="3775FF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BDD1FF"/>
              </a:solidFill>
            </a:rPr>
            <a:t>MongoDB</a:t>
          </a:r>
          <a:endParaRPr lang="en-GB" sz="2500" kern="1200" dirty="0">
            <a:solidFill>
              <a:srgbClr val="BDD1FF"/>
            </a:solidFill>
          </a:endParaRPr>
        </a:p>
      </dsp:txBody>
      <dsp:txXfrm>
        <a:off x="274307" y="3471234"/>
        <a:ext cx="2299734" cy="1118854"/>
      </dsp:txXfrm>
    </dsp:sp>
    <dsp:sp modelId="{03419B69-09F2-4FE2-B4BB-584BFEAAEC1A}">
      <dsp:nvSpPr>
        <dsp:cNvPr id="0" name=""/>
        <dsp:cNvSpPr/>
      </dsp:nvSpPr>
      <dsp:spPr>
        <a:xfrm>
          <a:off x="7604689" y="3988732"/>
          <a:ext cx="21978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909"/>
              </a:moveTo>
              <a:lnTo>
                <a:pt x="1116020" y="45909"/>
              </a:lnTo>
              <a:lnTo>
                <a:pt x="1116020" y="45720"/>
              </a:lnTo>
              <a:lnTo>
                <a:pt x="2197840" y="45720"/>
              </a:lnTo>
            </a:path>
          </a:pathLst>
        </a:custGeom>
        <a:noFill/>
        <a:ln w="9525" cap="rnd" cmpd="sng" algn="ctr">
          <a:solidFill>
            <a:srgbClr val="BDD1FF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8647898" y="4022345"/>
        <a:ext cx="111422" cy="24212"/>
      </dsp:txXfrm>
    </dsp:sp>
    <dsp:sp modelId="{D5B900E5-9A60-4656-AA0C-9345E3E9425D}">
      <dsp:nvSpPr>
        <dsp:cNvPr id="0" name=""/>
        <dsp:cNvSpPr/>
      </dsp:nvSpPr>
      <dsp:spPr>
        <a:xfrm>
          <a:off x="4919149" y="3621371"/>
          <a:ext cx="2687340" cy="826540"/>
        </a:xfrm>
        <a:prstGeom prst="rect">
          <a:avLst/>
        </a:prstGeom>
        <a:solidFill>
          <a:srgbClr val="3775FF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BDD1FF"/>
              </a:solidFill>
            </a:rPr>
            <a:t>App.py (Flask)</a:t>
          </a:r>
          <a:endParaRPr lang="en-GB" sz="2500" kern="1200" dirty="0">
            <a:solidFill>
              <a:srgbClr val="BDD1FF"/>
            </a:solidFill>
          </a:endParaRPr>
        </a:p>
      </dsp:txBody>
      <dsp:txXfrm>
        <a:off x="4919149" y="3621371"/>
        <a:ext cx="2687340" cy="826540"/>
      </dsp:txXfrm>
    </dsp:sp>
    <dsp:sp modelId="{876A25C3-4A72-400F-B14F-7B61A953040B}">
      <dsp:nvSpPr>
        <dsp:cNvPr id="0" name=""/>
        <dsp:cNvSpPr/>
      </dsp:nvSpPr>
      <dsp:spPr>
        <a:xfrm>
          <a:off x="9834930" y="3611549"/>
          <a:ext cx="1869389" cy="845804"/>
        </a:xfrm>
        <a:prstGeom prst="rect">
          <a:avLst/>
        </a:prstGeom>
        <a:solidFill>
          <a:srgbClr val="3775FF"/>
        </a:solidFill>
        <a:ln w="15875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BDD1FF"/>
              </a:solidFill>
            </a:rPr>
            <a:t>Postman</a:t>
          </a:r>
          <a:endParaRPr lang="en-GB" sz="2500" kern="1200" dirty="0">
            <a:solidFill>
              <a:srgbClr val="BDD1FF"/>
            </a:solidFill>
          </a:endParaRPr>
        </a:p>
      </dsp:txBody>
      <dsp:txXfrm>
        <a:off x="9834930" y="3611549"/>
        <a:ext cx="1869389" cy="845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1:31.4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393 0 24575,'-10'0'0,"-1"0"0,1 1 0,0 1 0,0-1 0,0 2 0,0-1 0,0 1 0,0 1 0,0 0 0,1 0 0,0 1 0,0 0 0,0 0 0,0 1 0,1 1 0,0-1 0,-9 11 0,8-8 0,-7 7 0,-1 0 0,0-1 0,-1-1 0,-33 21 0,45-32 0,0 1 0,1 0 0,-1 1 0,1-1 0,0 1 0,1 0 0,-1 0 0,1 1 0,0-1 0,0 1 0,1 0 0,-1 0 0,1 0 0,1 0 0,-1 1 0,1-1 0,0 1 0,-2 12 0,0 10 0,1 0 0,2 0 0,2 32 0,-1-37 0,0-14 0,0 1 0,1-1 0,0 0 0,0 0 0,1 0 0,4 12 0,-4-19 0,-1 0 0,0-1 0,1 1 0,0 0 0,-1-1 0,1 1 0,0-1 0,1 1 0,-1-1 0,0 0 0,1 0 0,-1 0 0,1 0 0,-1-1 0,1 1 0,0-1 0,0 1 0,0-1 0,0 0 0,0 0 0,0 0 0,0-1 0,0 1 0,4-1 0,2 2 0,0-1 0,-1 1 0,1 0 0,-1 1 0,1 0 0,-1 0 0,0 1 0,0 0 0,9 7 0,-4-5 0,0-1 0,0 0 0,1 0 0,-1-2 0,1 1 0,0-2 0,0 0 0,0 0 0,0-2 0,19 0 0,-10 0 0,-1 1 0,41 8 0,-38-5 0,0-1 0,1-1 0,-1-1 0,41-4 0,1 0 0,-42 3 0,-6 0 0,-1 0 0,28-5 0,-40 4 0,1 0 0,-1-1 0,0 0 0,0-1 0,0 1 0,0-1 0,0 0 0,-1-1 0,1 1 0,9-9 0,-3 1 0,0 0 0,-1-1 0,-1 0 0,1-1 0,13-24 0,-19 28 0,-1 1 0,-1-2 0,1 1 0,-1 0 0,-1-1 0,0 1 0,0-1 0,-1 0 0,0 0 0,-1-16 0,-10-90 0,0-25 0,10 135 0,0 0 0,0 1 0,-1-1 0,0 0 0,0 1 0,0-1 0,-1 1 0,1-1 0,-5-7 0,4 11 0,1-1 0,-1 1 0,0-1 0,0 1 0,-1 0 0,1-1 0,0 1 0,-1 1 0,0-1 0,1 0 0,-1 0 0,0 1 0,0 0 0,0 0 0,1-1 0,-1 2 0,-1-1 0,-4-1 0,-19-1 0,1 1 0,-1 1 0,0 1 0,-27 4 0,20-1 0,-58-3 0,79-2 21,1-1 0,-1 0 0,1-1 0,0 0 0,-21-11 0,-28-10-1512,33 18-5335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1:35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662 1150 24575,'-2'-22'0,"0"0"0,-2 0 0,-11-39 0,10 40 0,1 11 0,0 0 0,0 0 0,-1 1 0,0 0 0,-1 0 0,0 0 0,-8-9 0,-23-37 0,-29-58 0,57 95 0,1 0 0,-8-24 0,10 24 0,-1 1 0,-18-32 0,-3-4 0,21 39 0,1 1 0,-2 0 0,0 1 0,0-1 0,-18-19 0,14 20 0,1-1 0,0-1 0,-13-23 0,13 20 0,-1 1 0,-16-20 0,17 23 0,0-1 0,1 0 0,-13-25 0,-17-25 0,5 16 4,20 25-689,-37-39 1,37 47-6142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2:15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394 1 24575,'-3'0'0,"1"1"0,-1 0 0,0 1 0,0-1 0,1 0 0,-1 1 0,1-1 0,-1 1 0,1 0 0,0 0 0,0 0 0,-3 3 0,-10 7 0,5-5 0,-1 0 0,-1-1 0,1 0 0,-1 0 0,0-2 0,-1 1 0,-22 4 0,28-8 0,1 1 0,-1 0 0,1 0 0,-1 1 0,1 0 0,0 0 0,0 0 0,0 1 0,0 0 0,1 0 0,0 0 0,0 1 0,0 0 0,0 0 0,1 0 0,-8 11 0,3 1 0,0-1 0,2 1 0,0 1 0,-9 34 0,13-46 0,0 1 0,0 0 0,0-1 0,0 0 0,-1 0 0,0 0 0,-6 6 0,5-7 0,1 0 0,0 1 0,1-1 0,-1 1 0,1 0 0,0-1 0,1 2 0,-1-1 0,-2 10 0,3-5 0,0 1 0,1 1 0,0-1 0,1 0 0,0 0 0,1 0 0,3 17 0,-2-21 0,0-1 0,1 0 0,0 0 0,0 0 0,0 0 0,1-1 0,0 1 0,0-1 0,1 0 0,-1 0 0,1-1 0,1 1 0,6 5 0,5 2 0,0-1 0,1-1 0,0 0 0,0-1 0,1-1 0,0-1 0,1-1 0,0-1 0,0 0 0,1-2 0,-1 0 0,1-1 0,0-1 0,22-1 0,-34-1 0,-1 1 0,1 0 0,0 0 0,-1 1 0,1 0 0,-1 0 0,1 1 0,-1 0 0,0 1 0,0 0 0,-1 0 0,9 6 0,-9-6 0,1 0 0,0-1 0,-1 1 0,2-1 0,-1-1 0,0 0 0,0 0 0,1-1 0,-1 0 0,1 0 0,0-1 0,-1 0 0,1 0 0,-1-1 0,1 0 0,-1-1 0,1 0 0,-1 0 0,0 0 0,0-1 0,15-8 0,-8 3 0,0 1 0,1 1 0,16-4 0,-23 8 0,1 0 0,-1-1 0,0-1 0,0 1 0,0-1 0,0-1 0,-1 0 0,0 0 0,0-1 0,0 0 0,-1 0 0,7-7 0,48-51 0,-58 59 0,-1 1 0,0 0 0,-1-1 0,1 0 0,-1 1 0,0-1 0,0 0 0,-1 0 0,1 0 0,-1 0 0,0 0 0,0-10 0,1-9 0,-4-36 0,1 29 0,1 10 0,1 0 0,1 0 0,1 0 0,9-32 0,-11 47 0,0 0 0,0 0 0,0 0 0,0 0 0,-1 0 0,0 0 0,0-1 0,-2-7 0,1 10 0,0 1 0,0 0 0,0-1 0,-1 1 0,1 0 0,-1 0 0,0 0 0,1 0 0,-2 1 0,1-1 0,0 0 0,0 1 0,-1-1 0,1 1 0,-1 0 0,-3-2 0,-28-22 0,28 21 0,0 0 0,0 0 0,-1 1 0,1 0 0,-1 0 0,0 0 0,0 1 0,0 0 0,0 0 0,-1 1 0,-11-2 0,-43-5 0,-1 3 0,1 2 0,-122 10 0,172-5-44,-1-1 1,-23-2-1,19 0-1190,-4 1-5592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2:19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 0 24575,'2'85'0,"0"-26"0,-9 81 0,5-129 0,0 0 0,-1 0 0,-1 0 0,-7 15 0,6-15 0,1 0 0,0 1 0,-5 22 0,-16 100 0,18-76 0,6-48 0,1 0 0,-1-1 0,0 1 0,-1-1 0,0 0 0,-1 1 0,0-1 0,-7 15 0,7-18 3,0 0-1,0 1 0,0 0 1,1-1-1,0 1 1,1 0-1,0 0 1,0 0-1,0 0 0,1 11 1,1 9-55,8 39 0,-1-7-1236,-6-30-5538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2:42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616 2 24575,'-116'-1'0,"-125"2"0,231-1 0,-1 1 0,1 0 0,0 1 0,-17 5 0,22-6 0,1 1 0,0 0 0,0 0 0,0 1 0,0-1 0,0 1 0,0 0 0,0 0 0,1 0 0,0 1 0,-1-1 0,-2 6 0,-3 2 0,0-1 0,-1-1 0,-15 13 0,16-14 0,0 0 0,0 0 0,0 1 0,-12 18 0,16-19 0,1 0 0,1 1 0,-1 0 0,1 0 0,1 0 0,0 1 0,0-1 0,1 0 0,0 1 0,0 12 0,1-9 0,1 0 0,0 0 0,1 0 0,0-1 0,1 1 0,0 0 0,6 12 0,3-2 0,1-1 0,1 0 0,23 27 0,-31-41 0,28 32 0,-21-26 0,-2-1 0,15 22 0,-15-19 0,1 0 0,1-1 0,0-1 0,26 23 0,-30-31 0,0-1 0,0 0 0,0 0 0,1-1 0,0-1 0,-1 1 0,1-1 0,17 2 0,3 2 0,9 1 0,-1-2 0,1-1 0,0-3 0,-1 0 0,56-7 0,-74 4 0,0-1 0,-1-1 0,34-8 0,-48 9 0,-1 1 0,1-1 0,-1 1 0,0-1 0,0-1 0,0 1 0,0 0 0,0-1 0,0 0 0,-1 0 0,1 0 0,-1-1 0,0 1 0,0-1 0,0 1 0,0-1 0,-1 0 0,0 0 0,1 0 0,-1 0 0,2-7 0,0-14 0,-1 1 0,0-1 0,-2 0 0,-1 1 0,-4-35 0,1-9 0,3 21 0,0 20 0,0 1 0,-2 0 0,-8-49 0,8 70 0,-1 0 0,1 0 0,-1 0 0,0 0 0,0 0 0,-1 0 0,0 1 0,1-1 0,-1 1 0,-1 0 0,1 1 0,0-1 0,-8-4 0,-10-6 0,-34-17 0,44 26-227,1 0-1,-1 1 1,0 1-1,0-1 1,-23-2-1,7 4-6598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2:55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2819 24575,'1'-11'0,"0"0"0,1 0 0,1 0 0,0 0 0,0 0 0,8-15 0,4-17 0,157-636 0,-125 502 0,7 2 0,87-189 0,-72 223 0,-41 86 0,30-78 0,-43 85 0,-2 0 0,-2-2 0,5-60 0,15-88 0,-11 60 0,-17 119 0,2 1 0,0-1 0,1 1 0,1 1 0,12-23 0,-6 18 0,-7 14 0,-1 0 0,0 0 0,-1-1 0,0 0 0,0 0 0,-1 0 0,0 0 0,2-14 0,1-8-554,11-38 0,-16 66 297,5-17-6569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2:59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0 199 24575,'1'-5'0,"0"0"0,-1 1 0,2-1 0,-1 0 0,1 1 0,-1 0 0,1-1 0,0 1 0,1 0 0,-1 0 0,1 0 0,4-5 0,42-44 0,-44 48 0,20-25 0,-21 24 0,0 1 0,0-1 0,1 1 0,0-1 0,10-7 0,-14 12 0,1 0 0,0 0 0,0 0 0,-1 1 0,1-1 0,0 0 0,0 1 0,0-1 0,0 1 0,0 0 0,-1 0 0,1-1 0,0 1 0,0 0 0,0 1 0,0-1 0,0 0 0,0 1 0,0-1 0,0 1 0,0-1 0,-1 1 0,1 0 0,0 0 0,2 1 0,18 10-227,-1-1-1,1-1 1,1-1-1,0-1 1,45 10-1,-47-14-6598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3:03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1 157 24575,'0'-7'0,"1"0"0,0 0 0,0 1 0,1-1 0,0 0 0,0 1 0,0-1 0,1 1 0,0-1 0,1 1 0,-1 0 0,1 1 0,0-1 0,0 1 0,1-1 0,0 1 0,0 0 0,0 1 0,0-1 0,1 1 0,8-5 0,-8 6 0,-1 0 0,1 0 0,0 0 0,0 1 0,0-1 0,0 2 0,0-1 0,1 1 0,-1 0 0,1 0 0,-1 0 0,1 1 0,-1 0 0,0 1 0,1-1 0,-1 1 0,1 0 0,-1 1 0,0 0 0,0 0 0,0 0 0,0 0 0,6 5 0,10 8 0,-2 1 0,0 1 0,27 30 0,-4-4 0,53 58-364,-79-81-637,6 6-5825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3:06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24575,'0'5'0,"0"-1"0,1 1 0,0-1 0,0 0 0,0 1 0,1-1 0,-1 0 0,1 1 0,0-1 0,0 0 0,1 0 0,-1-1 0,1 1 0,0 0 0,4 4 0,7 5 0,0 0 0,25 16 0,10 9 0,-9 0 0,38 38 0,-70-67 0,0-1 0,0 0 0,1 0 0,0-1 0,0 0 0,1-1 0,-1 0 0,2-1 0,-1 0 0,21 8 0,-25-12 0,1 1 0,-1-1 0,1 0 0,-1 0 0,1-1 0,-1 0 0,1 0 0,0-1 0,-1 1 0,1-2 0,-1 1 0,1-1 0,-1 1 0,0-2 0,0 1 0,0-1 0,0 0 0,0 0 0,-1-1 0,7-4 0,-11 7 0,33-26 0,1 2 0,71-39 0,-89 55 27,-1-1-1,0-1 1,-1 0-1,19-19 1,-14 13-776,30-21 0,-31 27-6077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867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449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923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193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14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915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579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412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83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551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984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9609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030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385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70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618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355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D84AA10-4CF3-49B5-83A3-BE5DB1A788F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6A6C7EB-3B7D-4A0D-A212-D1E458A32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07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diagramData" Target="../diagrams/data1.xml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9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6.xml"/><Relationship Id="rId18" Type="http://schemas.openxmlformats.org/officeDocument/2006/relationships/image" Target="../media/image3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30.png"/><Relationship Id="rId17" Type="http://schemas.openxmlformats.org/officeDocument/2006/relationships/customXml" Target="../ink/ink8.xml"/><Relationship Id="rId2" Type="http://schemas.openxmlformats.org/officeDocument/2006/relationships/image" Target="../media/image25.png"/><Relationship Id="rId16" Type="http://schemas.openxmlformats.org/officeDocument/2006/relationships/image" Target="../media/image32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29.png"/><Relationship Id="rId19" Type="http://schemas.openxmlformats.org/officeDocument/2006/relationships/customXml" Target="../ink/ink9.xml"/><Relationship Id="rId4" Type="http://schemas.openxmlformats.org/officeDocument/2006/relationships/image" Target="../media/image26.png"/><Relationship Id="rId9" Type="http://schemas.openxmlformats.org/officeDocument/2006/relationships/customXml" Target="../ink/ink4.xml"/><Relationship Id="rId1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BD75-C02E-FA0F-9F22-48CEF2B5E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CryptoMarket</a:t>
            </a:r>
            <a:r>
              <a:rPr lang="en-GB" dirty="0"/>
              <a:t> Scraper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6C44E7-C771-BD9C-3100-1E0405404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Automatizarea</a:t>
            </a:r>
            <a:r>
              <a:rPr lang="en-GB" dirty="0"/>
              <a:t> </a:t>
            </a:r>
            <a:r>
              <a:rPr lang="en-GB" dirty="0" err="1"/>
              <a:t>extragerii</a:t>
            </a:r>
            <a:r>
              <a:rPr lang="en-GB" dirty="0"/>
              <a:t> </a:t>
            </a:r>
            <a:r>
              <a:rPr lang="en-GB" dirty="0" err="1"/>
              <a:t>datelor</a:t>
            </a:r>
            <a:r>
              <a:rPr lang="en-GB" dirty="0"/>
              <a:t> </a:t>
            </a:r>
            <a:r>
              <a:rPr lang="en-GB" dirty="0" err="1"/>
              <a:t>financiare</a:t>
            </a:r>
            <a:r>
              <a:rPr lang="en-GB" dirty="0"/>
              <a:t> de pe </a:t>
            </a:r>
            <a:r>
              <a:rPr lang="en-GB" dirty="0" err="1"/>
              <a:t>CoinMarketCap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CCC88F-8F2B-8A43-FBBF-82160AF8A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875" y="874193"/>
            <a:ext cx="3424346" cy="14390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3252810-6EED-09BB-05AC-03E0A1ECC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021" y="719675"/>
            <a:ext cx="1748061" cy="1748061"/>
          </a:xfrm>
          <a:prstGeom prst="rect">
            <a:avLst/>
          </a:prstGeom>
        </p:spPr>
      </p:pic>
      <p:pic>
        <p:nvPicPr>
          <p:cNvPr id="1038" name="Picture 14" descr="CoinMarketCap.com Reviews | Read Customer Service Reviews of coinmarketcap .com">
            <a:extLst>
              <a:ext uri="{FF2B5EF4-FFF2-40B4-BE49-F238E27FC236}">
                <a16:creationId xmlns:a16="http://schemas.microsoft.com/office/drawing/2014/main" id="{86D197CC-60A4-BF86-1D58-9632E7F03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082" y="469846"/>
            <a:ext cx="2214093" cy="221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893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02DCE-5B1E-F659-2CB9-84D85356D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BDD1FF"/>
                </a:solidFill>
              </a:rPr>
              <a:t>Fluxul</a:t>
            </a:r>
            <a:r>
              <a:rPr lang="en-GB" dirty="0">
                <a:solidFill>
                  <a:srgbClr val="BDD1FF"/>
                </a:solidFill>
              </a:rPr>
              <a:t> </a:t>
            </a:r>
            <a:r>
              <a:rPr lang="en-GB" dirty="0" err="1">
                <a:solidFill>
                  <a:srgbClr val="BDD1FF"/>
                </a:solidFill>
              </a:rPr>
              <a:t>Automatizat</a:t>
            </a:r>
            <a:r>
              <a:rPr lang="en-GB" dirty="0">
                <a:solidFill>
                  <a:srgbClr val="BDD1FF"/>
                </a:solidFill>
              </a:rPr>
              <a:t> de Date</a:t>
            </a:r>
          </a:p>
        </p:txBody>
      </p:sp>
      <p:pic>
        <p:nvPicPr>
          <p:cNvPr id="5" name="Content Placeholder 4" descr="World">
            <a:extLst>
              <a:ext uri="{FF2B5EF4-FFF2-40B4-BE49-F238E27FC236}">
                <a16:creationId xmlns:a16="http://schemas.microsoft.com/office/drawing/2014/main" id="{E04E62D3-FBF5-0E30-9130-83896DA3E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196" y="2391366"/>
            <a:ext cx="3286813" cy="3286813"/>
          </a:xfr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9315D6-8720-C210-A8F0-FBF24EE93A0E}"/>
              </a:ext>
            </a:extLst>
          </p:cNvPr>
          <p:cNvCxnSpPr>
            <a:cxnSpLocks/>
          </p:cNvCxnSpPr>
          <p:nvPr/>
        </p:nvCxnSpPr>
        <p:spPr>
          <a:xfrm>
            <a:off x="3824009" y="4034772"/>
            <a:ext cx="1532557" cy="0"/>
          </a:xfrm>
          <a:prstGeom prst="straightConnector1">
            <a:avLst/>
          </a:prstGeom>
          <a:ln w="139700">
            <a:solidFill>
              <a:srgbClr val="3775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Robot">
            <a:extLst>
              <a:ext uri="{FF2B5EF4-FFF2-40B4-BE49-F238E27FC236}">
                <a16:creationId xmlns:a16="http://schemas.microsoft.com/office/drawing/2014/main" id="{DC846A77-D679-0B83-113D-ACFDBC491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0327" y="2513919"/>
            <a:ext cx="3110646" cy="3110646"/>
          </a:xfrm>
          <a:prstGeom prst="rect">
            <a:avLst/>
          </a:prstGeom>
        </p:spPr>
      </p:pic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235ECEE9-6A25-B8F4-4464-84839726BA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62152" y="2691887"/>
            <a:ext cx="2910213" cy="291021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431A32-A49A-1985-7964-950A8183BD4D}"/>
              </a:ext>
            </a:extLst>
          </p:cNvPr>
          <p:cNvCxnSpPr>
            <a:cxnSpLocks/>
          </p:cNvCxnSpPr>
          <p:nvPr/>
        </p:nvCxnSpPr>
        <p:spPr>
          <a:xfrm>
            <a:off x="7652889" y="4069242"/>
            <a:ext cx="1532557" cy="0"/>
          </a:xfrm>
          <a:prstGeom prst="straightConnector1">
            <a:avLst/>
          </a:prstGeom>
          <a:ln w="139700">
            <a:solidFill>
              <a:srgbClr val="3775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496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99CC1-3959-A833-F8C6-4B9322F46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Generarea</a:t>
            </a:r>
            <a:r>
              <a:rPr lang="en-GB" dirty="0"/>
              <a:t> </a:t>
            </a:r>
            <a:r>
              <a:rPr lang="en-GB" dirty="0" err="1"/>
              <a:t>Dinamică</a:t>
            </a:r>
            <a:r>
              <a:rPr lang="en-GB" dirty="0"/>
              <a:t> a URL-</a:t>
            </a:r>
            <a:r>
              <a:rPr lang="en-GB" dirty="0" err="1"/>
              <a:t>urilor</a:t>
            </a:r>
            <a:endParaRPr lang="en-GB" dirty="0"/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A32B90B7-84FF-4AA7-6FC4-AC494DF6B6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9742802"/>
              </p:ext>
            </p:extLst>
          </p:nvPr>
        </p:nvGraphicFramePr>
        <p:xfrm>
          <a:off x="914400" y="1849120"/>
          <a:ext cx="10353675" cy="4297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" name="Graphic 18" descr="Single gear">
            <a:extLst>
              <a:ext uri="{FF2B5EF4-FFF2-40B4-BE49-F238E27FC236}">
                <a16:creationId xmlns:a16="http://schemas.microsoft.com/office/drawing/2014/main" id="{592CF191-C9C6-9FF5-258E-A3D029B248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05280" y="2250440"/>
            <a:ext cx="914400" cy="914400"/>
          </a:xfrm>
          <a:prstGeom prst="rect">
            <a:avLst/>
          </a:prstGeom>
        </p:spPr>
      </p:pic>
      <p:pic>
        <p:nvPicPr>
          <p:cNvPr id="21" name="Graphic 20" descr="Coins">
            <a:extLst>
              <a:ext uri="{FF2B5EF4-FFF2-40B4-BE49-F238E27FC236}">
                <a16:creationId xmlns:a16="http://schemas.microsoft.com/office/drawing/2014/main" id="{504F3016-22B5-732B-63C3-082E3BE63D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7600" y="2250440"/>
            <a:ext cx="914400" cy="914400"/>
          </a:xfrm>
          <a:prstGeom prst="rect">
            <a:avLst/>
          </a:prstGeom>
        </p:spPr>
      </p:pic>
      <p:pic>
        <p:nvPicPr>
          <p:cNvPr id="23" name="Graphic 22" descr="Gears">
            <a:extLst>
              <a:ext uri="{FF2B5EF4-FFF2-40B4-BE49-F238E27FC236}">
                <a16:creationId xmlns:a16="http://schemas.microsoft.com/office/drawing/2014/main" id="{1C70C14D-33E9-F453-7818-C220276ACE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49920" y="2392680"/>
            <a:ext cx="914400" cy="914400"/>
          </a:xfrm>
          <a:prstGeom prst="rect">
            <a:avLst/>
          </a:prstGeom>
        </p:spPr>
      </p:pic>
      <p:pic>
        <p:nvPicPr>
          <p:cNvPr id="27" name="Graphic 26" descr="Diamond">
            <a:extLst>
              <a:ext uri="{FF2B5EF4-FFF2-40B4-BE49-F238E27FC236}">
                <a16:creationId xmlns:a16="http://schemas.microsoft.com/office/drawing/2014/main" id="{E471562E-6852-A18E-2089-70A69D7D1B3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7400" y="5034280"/>
            <a:ext cx="756920" cy="756920"/>
          </a:xfrm>
          <a:prstGeom prst="rect">
            <a:avLst/>
          </a:prstGeom>
        </p:spPr>
      </p:pic>
      <p:pic>
        <p:nvPicPr>
          <p:cNvPr id="29" name="Graphic 28" descr="Database">
            <a:extLst>
              <a:ext uri="{FF2B5EF4-FFF2-40B4-BE49-F238E27FC236}">
                <a16:creationId xmlns:a16="http://schemas.microsoft.com/office/drawing/2014/main" id="{9E4F4371-2D56-B015-71F6-131A7E6AE1A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08880" y="49250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1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17C0-A4CB-BB1C-2288-2F4165CA3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Arhitectura</a:t>
            </a:r>
            <a:r>
              <a:rPr lang="en-GB" dirty="0"/>
              <a:t> </a:t>
            </a:r>
            <a:r>
              <a:rPr lang="en-GB" dirty="0" err="1"/>
              <a:t>Fluxului</a:t>
            </a:r>
            <a:r>
              <a:rPr lang="en-GB" dirty="0"/>
              <a:t> de Date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A6718A-082C-6D8C-0E0B-94CA0059EF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478603"/>
              </p:ext>
            </p:extLst>
          </p:nvPr>
        </p:nvGraphicFramePr>
        <p:xfrm>
          <a:off x="264160" y="1706881"/>
          <a:ext cx="11704320" cy="467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5932BB5-798D-14BD-2850-A3E059509E90}"/>
              </a:ext>
            </a:extLst>
          </p:cNvPr>
          <p:cNvSpPr txBox="1"/>
          <p:nvPr/>
        </p:nvSpPr>
        <p:spPr>
          <a:xfrm>
            <a:off x="4837802" y="2038171"/>
            <a:ext cx="2396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rgbClr val="BDD1FF"/>
                </a:solidFill>
              </a:rPr>
              <a:t>Preluarea</a:t>
            </a:r>
            <a:r>
              <a:rPr lang="en-GB" sz="2400" dirty="0">
                <a:solidFill>
                  <a:srgbClr val="BDD1FF"/>
                </a:solidFill>
              </a:rPr>
              <a:t> </a:t>
            </a:r>
            <a:r>
              <a:rPr lang="en-GB" sz="2400" dirty="0" err="1">
                <a:solidFill>
                  <a:srgbClr val="BDD1FF"/>
                </a:solidFill>
              </a:rPr>
              <a:t>datelor</a:t>
            </a:r>
            <a:endParaRPr lang="en-GB" sz="2400" dirty="0">
              <a:solidFill>
                <a:srgbClr val="BDD1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20611-70B4-4187-E969-5DF50CD8C486}"/>
              </a:ext>
            </a:extLst>
          </p:cNvPr>
          <p:cNvSpPr txBox="1"/>
          <p:nvPr/>
        </p:nvSpPr>
        <p:spPr>
          <a:xfrm>
            <a:off x="5112122" y="3657028"/>
            <a:ext cx="1847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rgbClr val="BDD1FF"/>
                </a:solidFill>
              </a:rPr>
              <a:t>Salvare</a:t>
            </a:r>
            <a:r>
              <a:rPr lang="en-GB" sz="2400" dirty="0">
                <a:solidFill>
                  <a:srgbClr val="BDD1FF"/>
                </a:solidFill>
              </a:rPr>
              <a:t> date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CAA04-31C9-12BE-1497-A724686D6A0B}"/>
              </a:ext>
            </a:extLst>
          </p:cNvPr>
          <p:cNvSpPr txBox="1"/>
          <p:nvPr/>
        </p:nvSpPr>
        <p:spPr>
          <a:xfrm>
            <a:off x="2931494" y="5275886"/>
            <a:ext cx="2221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rgbClr val="BDD1FF"/>
                </a:solidFill>
              </a:rPr>
              <a:t>Interogare</a:t>
            </a:r>
            <a:r>
              <a:rPr lang="en-GB" sz="2400" dirty="0">
                <a:solidFill>
                  <a:srgbClr val="BDD1FF"/>
                </a:solidFill>
              </a:rPr>
              <a:t> date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76487F-61F7-83F9-1F83-EC8AA2117ED9}"/>
              </a:ext>
            </a:extLst>
          </p:cNvPr>
          <p:cNvSpPr txBox="1"/>
          <p:nvPr/>
        </p:nvSpPr>
        <p:spPr>
          <a:xfrm>
            <a:off x="8321040" y="4906554"/>
            <a:ext cx="133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rgbClr val="BDD1FF"/>
                </a:solidFill>
              </a:rPr>
              <a:t>Răspuns</a:t>
            </a:r>
            <a:r>
              <a:rPr lang="en-GB" sz="2400" dirty="0">
                <a:solidFill>
                  <a:srgbClr val="BDD1FF"/>
                </a:solidFill>
              </a:rPr>
              <a:t> JSON</a:t>
            </a:r>
          </a:p>
        </p:txBody>
      </p:sp>
    </p:spTree>
    <p:extLst>
      <p:ext uri="{BB962C8B-B14F-4D97-AF65-F5344CB8AC3E}">
        <p14:creationId xmlns:p14="http://schemas.microsoft.com/office/powerpoint/2010/main" val="2420311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83B3-0A46-6848-8B38-0EDCCB075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931" y="203852"/>
            <a:ext cx="10353762" cy="970450"/>
          </a:xfrm>
        </p:spPr>
        <p:txBody>
          <a:bodyPr/>
          <a:lstStyle/>
          <a:p>
            <a:r>
              <a:rPr lang="en-GB" dirty="0" err="1">
                <a:solidFill>
                  <a:srgbClr val="BDD1FF"/>
                </a:solidFill>
              </a:rPr>
              <a:t>Targetarea</a:t>
            </a:r>
            <a:r>
              <a:rPr lang="en-GB" dirty="0">
                <a:solidFill>
                  <a:srgbClr val="BDD1FF"/>
                </a:solidFill>
              </a:rPr>
              <a:t> </a:t>
            </a:r>
            <a:r>
              <a:rPr lang="en-GB" dirty="0" err="1">
                <a:solidFill>
                  <a:srgbClr val="BDD1FF"/>
                </a:solidFill>
              </a:rPr>
              <a:t>Elementelor</a:t>
            </a:r>
            <a:r>
              <a:rPr lang="en-GB" dirty="0">
                <a:solidFill>
                  <a:srgbClr val="BDD1FF"/>
                </a:solidFill>
              </a:rPr>
              <a:t> HTML (DOM)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CF83E8-92D7-9E36-B904-B41CA82F1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982" y="1731963"/>
            <a:ext cx="9268510" cy="40592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C4127A0-AA9D-4307-BE59-5123382AA78B}"/>
                  </a:ext>
                </a:extLst>
              </p14:cNvPr>
              <p14:cNvContentPartPr/>
              <p14:nvPr/>
            </p14:nvContentPartPr>
            <p14:xfrm>
              <a:off x="2327472" y="2060472"/>
              <a:ext cx="349560" cy="246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C4127A0-AA9D-4307-BE59-5123382AA7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1352" y="2054352"/>
                <a:ext cx="36180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FC1056E-6D73-8089-B849-ED2B9A85C345}"/>
                  </a:ext>
                </a:extLst>
              </p14:cNvPr>
              <p14:cNvContentPartPr/>
              <p14:nvPr/>
            </p14:nvContentPartPr>
            <p14:xfrm>
              <a:off x="2194272" y="1646472"/>
              <a:ext cx="238320" cy="414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FC1056E-6D73-8089-B849-ED2B9A85C3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88152" y="1640352"/>
                <a:ext cx="25056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7835245-9D96-80DC-493B-1BA285DDEF9B}"/>
                  </a:ext>
                </a:extLst>
              </p14:cNvPr>
              <p14:cNvContentPartPr/>
              <p14:nvPr/>
            </p14:nvContentPartPr>
            <p14:xfrm>
              <a:off x="4131432" y="5492352"/>
              <a:ext cx="358560" cy="280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7835245-9D96-80DC-493B-1BA285DDEF9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25312" y="5486232"/>
                <a:ext cx="3708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68D001E-C9AB-698F-DAD1-31ECD32E1C13}"/>
                  </a:ext>
                </a:extLst>
              </p14:cNvPr>
              <p14:cNvContentPartPr/>
              <p14:nvPr/>
            </p14:nvContentPartPr>
            <p14:xfrm>
              <a:off x="4198392" y="5736072"/>
              <a:ext cx="45720" cy="353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68D001E-C9AB-698F-DAD1-31ECD32E1C1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92272" y="5729952"/>
                <a:ext cx="5796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77DEAA5-C461-48AF-5C8B-5591AC6DCE08}"/>
                  </a:ext>
                </a:extLst>
              </p14:cNvPr>
              <p14:cNvContentPartPr/>
              <p14:nvPr/>
            </p14:nvContentPartPr>
            <p14:xfrm>
              <a:off x="5136912" y="2645112"/>
              <a:ext cx="322200" cy="2829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77DEAA5-C461-48AF-5C8B-5591AC6DCE0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30792" y="2638992"/>
                <a:ext cx="33444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188E016-BD94-320B-EAF3-E0C5059CEA49}"/>
                  </a:ext>
                </a:extLst>
              </p14:cNvPr>
              <p14:cNvContentPartPr/>
              <p14:nvPr/>
            </p14:nvContentPartPr>
            <p14:xfrm>
              <a:off x="5413032" y="1673472"/>
              <a:ext cx="303120" cy="10152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188E016-BD94-320B-EAF3-E0C5059CEA4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06912" y="1667352"/>
                <a:ext cx="315360" cy="10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7C2007F-6128-4F7A-1674-B3CB02B90B50}"/>
                  </a:ext>
                </a:extLst>
              </p14:cNvPr>
              <p14:cNvContentPartPr/>
              <p14:nvPr/>
            </p14:nvContentPartPr>
            <p14:xfrm>
              <a:off x="2157912" y="1659792"/>
              <a:ext cx="141840" cy="716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7C2007F-6128-4F7A-1674-B3CB02B90B5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51792" y="1653672"/>
                <a:ext cx="1540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6FD9569-E21E-1F6E-5E74-0F7712C13FC9}"/>
                  </a:ext>
                </a:extLst>
              </p14:cNvPr>
              <p14:cNvContentPartPr/>
              <p14:nvPr/>
            </p14:nvContentPartPr>
            <p14:xfrm>
              <a:off x="5644512" y="1638192"/>
              <a:ext cx="188640" cy="1101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6FD9569-E21E-1F6E-5E74-0F7712C13FC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638392" y="1632072"/>
                <a:ext cx="20088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00B05D1-BA3E-AFCE-CB67-35E63D04D3A4}"/>
                  </a:ext>
                </a:extLst>
              </p14:cNvPr>
              <p14:cNvContentPartPr/>
              <p14:nvPr/>
            </p14:nvContentPartPr>
            <p14:xfrm>
              <a:off x="4108392" y="5992392"/>
              <a:ext cx="320040" cy="1321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00B05D1-BA3E-AFCE-CB67-35E63D04D3A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02272" y="5986272"/>
                <a:ext cx="332280" cy="14436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D1D19E90-9806-C6AD-E119-37CC7736AECE}"/>
              </a:ext>
            </a:extLst>
          </p:cNvPr>
          <p:cNvSpPr txBox="1"/>
          <p:nvPr/>
        </p:nvSpPr>
        <p:spPr>
          <a:xfrm>
            <a:off x="1795764" y="1212797"/>
            <a:ext cx="797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9393"/>
                </a:solidFill>
              </a:rPr>
              <a:t>&lt;h1&gt;</a:t>
            </a:r>
            <a:endParaRPr lang="en-GB" sz="2000" dirty="0">
              <a:solidFill>
                <a:srgbClr val="FF9393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C689AD-87B8-E8DB-B898-E97CEB7AA395}"/>
              </a:ext>
            </a:extLst>
          </p:cNvPr>
          <p:cNvSpPr txBox="1"/>
          <p:nvPr/>
        </p:nvSpPr>
        <p:spPr>
          <a:xfrm>
            <a:off x="3179696" y="6148286"/>
            <a:ext cx="2387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9393"/>
                </a:solidFill>
              </a:rPr>
              <a:t>&lt;div class=“price”&gt;</a:t>
            </a:r>
            <a:endParaRPr lang="en-GB" sz="2000" dirty="0">
              <a:solidFill>
                <a:srgbClr val="FF9393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739F11-B986-CFF9-0C1B-9FDD56DF5458}"/>
              </a:ext>
            </a:extLst>
          </p:cNvPr>
          <p:cNvSpPr txBox="1"/>
          <p:nvPr/>
        </p:nvSpPr>
        <p:spPr>
          <a:xfrm>
            <a:off x="5459112" y="1212797"/>
            <a:ext cx="1089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9393"/>
                </a:solidFill>
              </a:rPr>
              <a:t>&lt;span&gt;</a:t>
            </a:r>
            <a:endParaRPr lang="en-GB" sz="2000" dirty="0">
              <a:solidFill>
                <a:srgbClr val="FF93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86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A64F-546F-2917-E94F-CD5F8159F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BDD1FF"/>
                </a:solidFill>
              </a:rPr>
              <a:t>Ciclul</a:t>
            </a:r>
            <a:r>
              <a:rPr lang="en-GB" dirty="0">
                <a:solidFill>
                  <a:srgbClr val="BDD1FF"/>
                </a:solidFill>
              </a:rPr>
              <a:t> Cerere - </a:t>
            </a:r>
            <a:r>
              <a:rPr lang="en-GB" dirty="0" err="1">
                <a:solidFill>
                  <a:srgbClr val="BDD1FF"/>
                </a:solidFill>
              </a:rPr>
              <a:t>Răspuns</a:t>
            </a:r>
            <a:r>
              <a:rPr lang="en-GB" dirty="0">
                <a:solidFill>
                  <a:srgbClr val="BDD1FF"/>
                </a:solidFill>
              </a:rPr>
              <a:t> - </a:t>
            </a:r>
            <a:r>
              <a:rPr lang="en-GB" dirty="0" err="1">
                <a:solidFill>
                  <a:srgbClr val="BDD1FF"/>
                </a:solidFill>
              </a:rPr>
              <a:t>Stocare</a:t>
            </a:r>
            <a:endParaRPr lang="en-GB" dirty="0">
              <a:solidFill>
                <a:srgbClr val="BDD1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1CB858-EB84-326D-3585-8D4164046FEC}"/>
              </a:ext>
            </a:extLst>
          </p:cNvPr>
          <p:cNvSpPr/>
          <p:nvPr/>
        </p:nvSpPr>
        <p:spPr>
          <a:xfrm>
            <a:off x="1442720" y="2143760"/>
            <a:ext cx="2885440" cy="3556000"/>
          </a:xfrm>
          <a:prstGeom prst="rect">
            <a:avLst/>
          </a:prstGeom>
          <a:solidFill>
            <a:srgbClr val="3775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8401AB-A8B4-1C8A-07A7-C34AFC269AC6}"/>
              </a:ext>
            </a:extLst>
          </p:cNvPr>
          <p:cNvSpPr txBox="1"/>
          <p:nvPr/>
        </p:nvSpPr>
        <p:spPr>
          <a:xfrm>
            <a:off x="2042160" y="3632369"/>
            <a:ext cx="16865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solidFill>
                  <a:srgbClr val="BDD1FF"/>
                </a:solidFill>
              </a:rPr>
              <a:t>Scraper</a:t>
            </a:r>
            <a:endParaRPr lang="en-GB" sz="3400" dirty="0">
              <a:solidFill>
                <a:srgbClr val="BDD1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057B4D-031A-0B10-A86B-0D1B4F414755}"/>
              </a:ext>
            </a:extLst>
          </p:cNvPr>
          <p:cNvSpPr/>
          <p:nvPr/>
        </p:nvSpPr>
        <p:spPr>
          <a:xfrm>
            <a:off x="8097520" y="2149009"/>
            <a:ext cx="2651760" cy="2585590"/>
          </a:xfrm>
          <a:prstGeom prst="rect">
            <a:avLst/>
          </a:prstGeom>
          <a:solidFill>
            <a:srgbClr val="3775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264A2D-E29F-702C-B2B5-9711D637A72A}"/>
              </a:ext>
            </a:extLst>
          </p:cNvPr>
          <p:cNvSpPr txBox="1"/>
          <p:nvPr/>
        </p:nvSpPr>
        <p:spPr>
          <a:xfrm>
            <a:off x="8747760" y="3134027"/>
            <a:ext cx="14020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solidFill>
                  <a:srgbClr val="BDD1FF"/>
                </a:solidFill>
              </a:rPr>
              <a:t>Server</a:t>
            </a:r>
            <a:endParaRPr lang="en-GB" sz="3400" dirty="0">
              <a:solidFill>
                <a:srgbClr val="BDD1FF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6DD0D1-00CB-D382-8949-ADF6ECA25911}"/>
              </a:ext>
            </a:extLst>
          </p:cNvPr>
          <p:cNvCxnSpPr/>
          <p:nvPr/>
        </p:nvCxnSpPr>
        <p:spPr>
          <a:xfrm>
            <a:off x="4500880" y="2702560"/>
            <a:ext cx="3413760" cy="0"/>
          </a:xfrm>
          <a:prstGeom prst="straightConnector1">
            <a:avLst/>
          </a:prstGeom>
          <a:ln>
            <a:solidFill>
              <a:srgbClr val="BDD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0233AA-A728-A44E-E7EC-2736C312C148}"/>
              </a:ext>
            </a:extLst>
          </p:cNvPr>
          <p:cNvCxnSpPr/>
          <p:nvPr/>
        </p:nvCxnSpPr>
        <p:spPr>
          <a:xfrm flipH="1">
            <a:off x="4551680" y="4041745"/>
            <a:ext cx="3362960" cy="0"/>
          </a:xfrm>
          <a:prstGeom prst="straightConnector1">
            <a:avLst/>
          </a:prstGeom>
          <a:ln>
            <a:solidFill>
              <a:srgbClr val="BDD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DCC3D1-6CD4-84FB-62EF-43E1D01E1212}"/>
              </a:ext>
            </a:extLst>
          </p:cNvPr>
          <p:cNvSpPr txBox="1"/>
          <p:nvPr/>
        </p:nvSpPr>
        <p:spPr>
          <a:xfrm>
            <a:off x="4881880" y="2247122"/>
            <a:ext cx="26517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dirty="0" err="1">
                <a:solidFill>
                  <a:srgbClr val="BDD1FF"/>
                </a:solidFill>
              </a:rPr>
              <a:t>Trimite</a:t>
            </a:r>
            <a:r>
              <a:rPr lang="en-GB" sz="2100" dirty="0">
                <a:solidFill>
                  <a:srgbClr val="BDD1FF"/>
                </a:solidFill>
              </a:rPr>
              <a:t> GET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68C8DE-4B79-3B4B-8D0A-99FF6C739143}"/>
              </a:ext>
            </a:extLst>
          </p:cNvPr>
          <p:cNvSpPr txBox="1"/>
          <p:nvPr/>
        </p:nvSpPr>
        <p:spPr>
          <a:xfrm>
            <a:off x="5217160" y="3355473"/>
            <a:ext cx="203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BDD1FF"/>
                </a:solidFill>
              </a:rPr>
              <a:t>Răspunde 200 OK </a:t>
            </a:r>
          </a:p>
          <a:p>
            <a:r>
              <a:rPr lang="nl-NL" dirty="0">
                <a:solidFill>
                  <a:srgbClr val="BDD1FF"/>
                </a:solidFill>
              </a:rPr>
              <a:t>(HTML Content)</a:t>
            </a:r>
            <a:endParaRPr lang="en-GB" dirty="0">
              <a:solidFill>
                <a:srgbClr val="BDD1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C03F88-7D36-9E3C-9DBC-7E0A2F7A8F1A}"/>
              </a:ext>
            </a:extLst>
          </p:cNvPr>
          <p:cNvSpPr txBox="1"/>
          <p:nvPr/>
        </p:nvSpPr>
        <p:spPr>
          <a:xfrm>
            <a:off x="4612640" y="4922047"/>
            <a:ext cx="183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BDD1FF"/>
                </a:solidFill>
              </a:rPr>
              <a:t>Parsează</a:t>
            </a:r>
            <a:r>
              <a:rPr lang="en-GB" dirty="0">
                <a:solidFill>
                  <a:srgbClr val="BDD1FF"/>
                </a:solidFill>
              </a:rPr>
              <a:t> HTML (</a:t>
            </a:r>
            <a:r>
              <a:rPr lang="en-GB" dirty="0" err="1">
                <a:solidFill>
                  <a:srgbClr val="BDD1FF"/>
                </a:solidFill>
              </a:rPr>
              <a:t>BeautifulSoup</a:t>
            </a:r>
            <a:r>
              <a:rPr lang="en-GB" dirty="0">
                <a:solidFill>
                  <a:srgbClr val="BDD1FF"/>
                </a:solidFill>
              </a:rPr>
              <a:t>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6C23277-AA61-2408-B520-441A3C3B1638}"/>
              </a:ext>
            </a:extLst>
          </p:cNvPr>
          <p:cNvCxnSpPr/>
          <p:nvPr/>
        </p:nvCxnSpPr>
        <p:spPr>
          <a:xfrm>
            <a:off x="4500880" y="5608320"/>
            <a:ext cx="2062480" cy="0"/>
          </a:xfrm>
          <a:prstGeom prst="straightConnector1">
            <a:avLst/>
          </a:prstGeom>
          <a:ln>
            <a:solidFill>
              <a:srgbClr val="BDD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7AD95D4-E8C0-8FC0-C27A-DE3E5BC776F5}"/>
              </a:ext>
            </a:extLst>
          </p:cNvPr>
          <p:cNvCxnSpPr/>
          <p:nvPr/>
        </p:nvCxnSpPr>
        <p:spPr>
          <a:xfrm>
            <a:off x="6492240" y="5608320"/>
            <a:ext cx="1884680" cy="0"/>
          </a:xfrm>
          <a:prstGeom prst="straightConnector1">
            <a:avLst/>
          </a:prstGeom>
          <a:ln>
            <a:solidFill>
              <a:srgbClr val="BDD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E77929F-C04C-97B3-F099-98DDB8BD8C8D}"/>
              </a:ext>
            </a:extLst>
          </p:cNvPr>
          <p:cNvSpPr txBox="1"/>
          <p:nvPr/>
        </p:nvSpPr>
        <p:spPr>
          <a:xfrm>
            <a:off x="6619240" y="5156322"/>
            <a:ext cx="16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BDD1FF"/>
                </a:solidFill>
              </a:rPr>
              <a:t>Extrage</a:t>
            </a:r>
            <a:r>
              <a:rPr lang="en-GB" dirty="0">
                <a:solidFill>
                  <a:srgbClr val="BDD1FF"/>
                </a:solidFill>
              </a:rPr>
              <a:t> </a:t>
            </a:r>
            <a:r>
              <a:rPr lang="en-GB" dirty="0" err="1">
                <a:solidFill>
                  <a:srgbClr val="BDD1FF"/>
                </a:solidFill>
              </a:rPr>
              <a:t>datele</a:t>
            </a:r>
            <a:endParaRPr lang="en-GB" dirty="0">
              <a:solidFill>
                <a:srgbClr val="BDD1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A3506D-0BE7-3532-A551-C6EB1A572F65}"/>
              </a:ext>
            </a:extLst>
          </p:cNvPr>
          <p:cNvSpPr/>
          <p:nvPr/>
        </p:nvSpPr>
        <p:spPr>
          <a:xfrm>
            <a:off x="9311640" y="5118334"/>
            <a:ext cx="2062480" cy="1273172"/>
          </a:xfrm>
          <a:prstGeom prst="rect">
            <a:avLst/>
          </a:prstGeom>
          <a:solidFill>
            <a:srgbClr val="3775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15D060-DC98-A1F4-8687-E22C7C224106}"/>
              </a:ext>
            </a:extLst>
          </p:cNvPr>
          <p:cNvSpPr txBox="1"/>
          <p:nvPr/>
        </p:nvSpPr>
        <p:spPr>
          <a:xfrm>
            <a:off x="9763760" y="5525654"/>
            <a:ext cx="115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BDD1FF"/>
                </a:solidFill>
              </a:rPr>
              <a:t>Database</a:t>
            </a:r>
            <a:endParaRPr lang="en-GB" dirty="0">
              <a:solidFill>
                <a:srgbClr val="BDD1FF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187C290-4F9C-0BAC-0C6F-00FEDA22BF5D}"/>
              </a:ext>
            </a:extLst>
          </p:cNvPr>
          <p:cNvCxnSpPr/>
          <p:nvPr/>
        </p:nvCxnSpPr>
        <p:spPr>
          <a:xfrm>
            <a:off x="8321040" y="5608320"/>
            <a:ext cx="990600" cy="0"/>
          </a:xfrm>
          <a:prstGeom prst="straightConnector1">
            <a:avLst/>
          </a:prstGeom>
          <a:ln>
            <a:solidFill>
              <a:srgbClr val="BDD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E12107C-83FD-7D64-61D3-535762ACDAD5}"/>
              </a:ext>
            </a:extLst>
          </p:cNvPr>
          <p:cNvSpPr txBox="1"/>
          <p:nvPr/>
        </p:nvSpPr>
        <p:spPr>
          <a:xfrm>
            <a:off x="8364220" y="4920656"/>
            <a:ext cx="904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BDD1FF"/>
                </a:solidFill>
              </a:rPr>
              <a:t>Trimite</a:t>
            </a:r>
            <a:r>
              <a:rPr lang="en-GB" dirty="0">
                <a:solidFill>
                  <a:srgbClr val="BDD1FF"/>
                </a:solidFill>
              </a:rPr>
              <a:t> </a:t>
            </a:r>
            <a:r>
              <a:rPr lang="en-GB" dirty="0" err="1">
                <a:solidFill>
                  <a:srgbClr val="BDD1FF"/>
                </a:solidFill>
              </a:rPr>
              <a:t>datele</a:t>
            </a:r>
            <a:endParaRPr lang="en-GB" dirty="0">
              <a:solidFill>
                <a:srgbClr val="BDD1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66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40A8-7D2D-0796-B327-9B15B8D02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836" y="736600"/>
            <a:ext cx="6128888" cy="5384800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BDD1FF"/>
                </a:solidFill>
              </a:rPr>
              <a:t>Răspunsul</a:t>
            </a:r>
            <a:r>
              <a:rPr lang="en-GB" dirty="0">
                <a:solidFill>
                  <a:srgbClr val="BDD1FF"/>
                </a:solidFill>
              </a:rPr>
              <a:t> API: Format JSON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9559F0-C0C8-2E60-0068-E48981D9E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74644" y="213360"/>
            <a:ext cx="3883423" cy="643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84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D24B-74AD-FF23-C58B-5B8343D8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BDD1FF"/>
                </a:solidFill>
              </a:rPr>
              <a:t>Intrebari</a:t>
            </a:r>
            <a:r>
              <a:rPr lang="en-US" dirty="0">
                <a:solidFill>
                  <a:srgbClr val="BDD1FF"/>
                </a:solidFill>
              </a:rPr>
              <a:t>??</a:t>
            </a:r>
            <a:endParaRPr lang="en-GB" dirty="0">
              <a:solidFill>
                <a:srgbClr val="BDD1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6E1C58-DE37-7D59-3C55-814120385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401" y="1866900"/>
            <a:ext cx="516255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364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0A0A-B0D8-8678-BFCE-87D923BF6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BDD1FF"/>
                </a:solidFill>
              </a:rPr>
              <a:t>Multumim</a:t>
            </a:r>
            <a:r>
              <a:rPr lang="en-US" dirty="0">
                <a:solidFill>
                  <a:srgbClr val="BDD1FF"/>
                </a:solidFill>
              </a:rPr>
              <a:t>!!!</a:t>
            </a:r>
            <a:endParaRPr lang="en-GB" dirty="0">
              <a:solidFill>
                <a:srgbClr val="BDD1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490F34-F1F4-9FC8-E90F-F1A2B991E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917" y="1420812"/>
            <a:ext cx="9813518" cy="473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718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156</TotalTime>
  <Words>122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Calisto MT</vt:lpstr>
      <vt:lpstr>Wingdings 2</vt:lpstr>
      <vt:lpstr>Slate</vt:lpstr>
      <vt:lpstr>CryptoMarket Scraper</vt:lpstr>
      <vt:lpstr>Fluxul Automatizat de Date</vt:lpstr>
      <vt:lpstr>Generarea Dinamică a URL-urilor</vt:lpstr>
      <vt:lpstr>Arhitectura Fluxului de Date</vt:lpstr>
      <vt:lpstr>Targetarea Elementelor HTML (DOM)</vt:lpstr>
      <vt:lpstr>Ciclul Cerere - Răspuns - Stocare</vt:lpstr>
      <vt:lpstr>Răspunsul API: Format JSON</vt:lpstr>
      <vt:lpstr>Intrebari??</vt:lpstr>
      <vt:lpstr>Multumim!!!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Radu Comsa</dc:creator>
  <cp:lastModifiedBy>Radu Comsa</cp:lastModifiedBy>
  <cp:revision>2</cp:revision>
  <dcterms:created xsi:type="dcterms:W3CDTF">2025-12-11T22:33:29Z</dcterms:created>
  <dcterms:modified xsi:type="dcterms:W3CDTF">2025-12-12T01:09:51Z</dcterms:modified>
</cp:coreProperties>
</file>